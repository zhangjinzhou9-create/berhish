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569e9fd83ff45ca" /><Relationship Type="http://schemas.openxmlformats.org/officeDocument/2006/relationships/extended-properties" Target="/docProps/app.xml" Id="Rc8ae83f851474a3e" /><Relationship Type="http://schemas.openxmlformats.org/officeDocument/2006/relationships/officeDocument" Target="/ppt/presentation.xml" Id="R474d62ccce2f4b2a" /></Relationships>
</file>

<file path=ppt/presentation.xml><?xml version="1.0" encoding="utf-8"?>
<p:presentation xmlns:p="http://schemas.openxmlformats.org/presentationml/2006/main">
  <p:sldMasterIdLst>
    <p:sldMasterId xmlns:r="http://schemas.openxmlformats.org/officeDocument/2006/relationships" id="2147483648" r:id="R7639ed955d664a9a"/>
  </p:sldMasterIdLst>
  <p:notesMasterIdLst>
    <p:notesMasterId xmlns:r="http://schemas.openxmlformats.org/officeDocument/2006/relationships" r:id="Raca2c966129242e2"/>
  </p:notesMasterIdLst>
  <p:sldIdLst>
    <p:sldId xmlns:r="http://schemas.openxmlformats.org/officeDocument/2006/relationships" id="256" r:id="R0dd94552b10741ae"/>
    <p:sldId xmlns:r="http://schemas.openxmlformats.org/officeDocument/2006/relationships" id="257" r:id="Rde3845b3496a4c50"/>
    <p:sldId xmlns:r="http://schemas.openxmlformats.org/officeDocument/2006/relationships" id="258" r:id="R4f25787b2f9c47f5"/>
    <p:sldId xmlns:r="http://schemas.openxmlformats.org/officeDocument/2006/relationships" id="259" r:id="Rde58a982eb7a42f0"/>
    <p:sldId xmlns:r="http://schemas.openxmlformats.org/officeDocument/2006/relationships" id="260" r:id="Rb1e37381f9f24d4f"/>
    <p:sldId xmlns:r="http://schemas.openxmlformats.org/officeDocument/2006/relationships" id="261" r:id="Rca376d98d99d44c7"/>
    <p:sldId xmlns:r="http://schemas.openxmlformats.org/officeDocument/2006/relationships" id="262" r:id="R358908cb21734c5f"/>
    <p:sldId xmlns:r="http://schemas.openxmlformats.org/officeDocument/2006/relationships" id="263" r:id="R17862e8cd8dc4175"/>
    <p:sldId xmlns:r="http://schemas.openxmlformats.org/officeDocument/2006/relationships" id="264" r:id="R570a621a830340a4"/>
    <p:sldId xmlns:r="http://schemas.openxmlformats.org/officeDocument/2006/relationships" id="265" r:id="R5a090aa6b6e64add"/>
    <p:sldId xmlns:r="http://schemas.openxmlformats.org/officeDocument/2006/relationships" id="266" r:id="Rbf8a0455ce9e407b"/>
    <p:sldId xmlns:r="http://schemas.openxmlformats.org/officeDocument/2006/relationships" id="267" r:id="Rd630cbdc806b41e4"/>
    <p:sldId xmlns:r="http://schemas.openxmlformats.org/officeDocument/2006/relationships" id="268" r:id="Rd62b806442f34da0"/>
    <p:sldId xmlns:r="http://schemas.openxmlformats.org/officeDocument/2006/relationships" id="269" r:id="Rc977385ee48b46a9"/>
    <p:sldId xmlns:r="http://schemas.openxmlformats.org/officeDocument/2006/relationships" id="270" r:id="Rd24277d76ebd42a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38f4f8a4a0546dd" /><Relationship Type="http://schemas.openxmlformats.org/officeDocument/2006/relationships/slideMaster" Target="/ppt/slideMasters/slideMaster1.xml" Id="R7639ed955d664a9a" /><Relationship Type="http://schemas.openxmlformats.org/officeDocument/2006/relationships/notesMaster" Target="/ppt/notesMasters/notesMaster1.xml" Id="Raca2c966129242e2" /><Relationship Type="http://schemas.openxmlformats.org/officeDocument/2006/relationships/presProps" Target="/ppt/presProps.xml" Id="R7fbae3c68a034771" /><Relationship Type="http://schemas.openxmlformats.org/officeDocument/2006/relationships/tableStyles" Target="/ppt/tableStyles.xml" Id="Rab2d0c311e7a47d4" /><Relationship Type="http://schemas.openxmlformats.org/officeDocument/2006/relationships/slide" Target="/ppt/slides/slide1.xml" Id="R0dd94552b10741ae" /><Relationship Type="http://schemas.openxmlformats.org/officeDocument/2006/relationships/slide" Target="/ppt/slides/slide2.xml" Id="Rde3845b3496a4c50" /><Relationship Type="http://schemas.openxmlformats.org/officeDocument/2006/relationships/slide" Target="/ppt/slides/slide3.xml" Id="R4f25787b2f9c47f5" /><Relationship Type="http://schemas.openxmlformats.org/officeDocument/2006/relationships/slide" Target="/ppt/slides/slide4.xml" Id="Rde58a982eb7a42f0" /><Relationship Type="http://schemas.openxmlformats.org/officeDocument/2006/relationships/slide" Target="/ppt/slides/slide5.xml" Id="Rb1e37381f9f24d4f" /><Relationship Type="http://schemas.openxmlformats.org/officeDocument/2006/relationships/slide" Target="/ppt/slides/slide6.xml" Id="Rca376d98d99d44c7" /><Relationship Type="http://schemas.openxmlformats.org/officeDocument/2006/relationships/slide" Target="/ppt/slides/slide7.xml" Id="R358908cb21734c5f" /><Relationship Type="http://schemas.openxmlformats.org/officeDocument/2006/relationships/slide" Target="/ppt/slides/slide8.xml" Id="R17862e8cd8dc4175" /><Relationship Type="http://schemas.openxmlformats.org/officeDocument/2006/relationships/slide" Target="/ppt/slides/slide9.xml" Id="R570a621a830340a4" /><Relationship Type="http://schemas.openxmlformats.org/officeDocument/2006/relationships/slide" Target="/ppt/slides/slide10.xml" Id="R5a090aa6b6e64add" /><Relationship Type="http://schemas.openxmlformats.org/officeDocument/2006/relationships/slide" Target="/ppt/slides/slide11.xml" Id="Rbf8a0455ce9e407b" /><Relationship Type="http://schemas.openxmlformats.org/officeDocument/2006/relationships/slide" Target="/ppt/slides/slide12.xml" Id="Rd630cbdc806b41e4" /><Relationship Type="http://schemas.openxmlformats.org/officeDocument/2006/relationships/slide" Target="/ppt/slides/slide13.xml" Id="Rd62b806442f34da0" /><Relationship Type="http://schemas.openxmlformats.org/officeDocument/2006/relationships/slide" Target="/ppt/slides/slide14.xml" Id="Rc977385ee48b46a9" /><Relationship Type="http://schemas.openxmlformats.org/officeDocument/2006/relationships/slide" Target="/ppt/slides/slide15.xml" Id="Rd24277d76ebd42a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ae902636d37436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209550" dist="93810" dir="3962251">
              <a:srgbClr val="000000">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afef6d48d7046fa" /><Relationship Type="http://schemas.openxmlformats.org/officeDocument/2006/relationships/notesMaster" Target="/ppt/notesMasters/notesMaster1.xml" Id="R08fd9fd0e2374179" /></Relationships>
</file>

<file path=ppt/notesSlides/_rels/notesSlide2.xml.rels>&#65279;<?xml version="1.0" encoding="utf-8"?><Relationships xmlns="http://schemas.openxmlformats.org/package/2006/relationships"><Relationship Type="http://schemas.openxmlformats.org/officeDocument/2006/relationships/slide" Target="/ppt/slides/slide2.xml" Id="Re5c0b13ed5854b00" /><Relationship Type="http://schemas.openxmlformats.org/officeDocument/2006/relationships/notesMaster" Target="/ppt/notesMasters/notesMaster1.xml" Id="R7e506e9eb0574687" /></Relationships>
</file>

<file path=ppt/notesSlides/_rels/notesSlide3.xml.rels>&#65279;<?xml version="1.0" encoding="utf-8"?><Relationships xmlns="http://schemas.openxmlformats.org/package/2006/relationships"><Relationship Type="http://schemas.openxmlformats.org/officeDocument/2006/relationships/slide" Target="/ppt/slides/slide3.xml" Id="R17083bc50a87411c" /><Relationship Type="http://schemas.openxmlformats.org/officeDocument/2006/relationships/notesMaster" Target="/ppt/notesMasters/notesMaster1.xml" Id="Ra935ffbe9da44db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b5d17e9cde14ac3" /><Relationship Type="http://schemas.openxmlformats.org/officeDocument/2006/relationships/notesMaster" Target="/ppt/notesMasters/notesMaster1.xml" Id="Rbe34e15769e34b89" /></Relationships>
</file>

<file path=ppt/notesSlides/_rels/notesSlide5.xml.rels>&#65279;<?xml version="1.0" encoding="utf-8"?><Relationships xmlns="http://schemas.openxmlformats.org/package/2006/relationships"><Relationship Type="http://schemas.openxmlformats.org/officeDocument/2006/relationships/slide" Target="/ppt/slides/slide5.xml" Id="R8727fafbbcff4008" /><Relationship Type="http://schemas.openxmlformats.org/officeDocument/2006/relationships/notesMaster" Target="/ppt/notesMasters/notesMaster1.xml" Id="R2013dcefe3fe4183" /></Relationships>
</file>

<file path=ppt/notesSlides/_rels/notesSlide6.xml.rels>&#65279;<?xml version="1.0" encoding="utf-8"?><Relationships xmlns="http://schemas.openxmlformats.org/package/2006/relationships"><Relationship Type="http://schemas.openxmlformats.org/officeDocument/2006/relationships/slide" Target="/ppt/slides/slide6.xml" Id="Rcd4bf8b3726a4fb7" /><Relationship Type="http://schemas.openxmlformats.org/officeDocument/2006/relationships/notesMaster" Target="/ppt/notesMasters/notesMaster1.xml" Id="Rdb6f05ca8da54b94" /></Relationships>
</file>

<file path=ppt/notesSlides/_rels/notesSlide7.xml.rels>&#65279;<?xml version="1.0" encoding="utf-8"?><Relationships xmlns="http://schemas.openxmlformats.org/package/2006/relationships"><Relationship Type="http://schemas.openxmlformats.org/officeDocument/2006/relationships/slide" Target="/ppt/slides/slide7.xml" Id="Rbc333fcad8ee4a16" /><Relationship Type="http://schemas.openxmlformats.org/officeDocument/2006/relationships/notesMaster" Target="/ppt/notesMasters/notesMaster1.xml" Id="R565917fe871d4d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e3034a6366e74b7e" /><Relationship Type="http://schemas.openxmlformats.org/officeDocument/2006/relationships/notesMaster" Target="/ppt/notesMasters/notesMaster1.xml" Id="R69ebb4a764b24d21" /></Relationships>
</file>

<file path=ppt/notesSlides/_rels/notesSlide9.xml.rels>&#65279;<?xml version="1.0" encoding="utf-8"?><Relationships xmlns="http://schemas.openxmlformats.org/package/2006/relationships"><Relationship Type="http://schemas.openxmlformats.org/officeDocument/2006/relationships/slide" Target="/ppt/slides/slide9.xml" Id="R7c51a226a13e4478" /><Relationship Type="http://schemas.openxmlformats.org/officeDocument/2006/relationships/notesMaster" Target="/ppt/notesMasters/notesMaster1.xml" Id="R461ee68624be4c1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59da5a0e93b4679" /><Relationship Type="http://schemas.openxmlformats.org/officeDocument/2006/relationships/notesMaster" Target="/ppt/notesMasters/notesMaster1.xml" Id="R9ffb392b973d49a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341df86a6434fa8" /><Relationship Type="http://schemas.openxmlformats.org/officeDocument/2006/relationships/notesMaster" Target="/ppt/notesMasters/notesMaster1.xml" Id="Rdee3685e101e42f4"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1866a547e3641f0" /><Relationship Type="http://schemas.openxmlformats.org/officeDocument/2006/relationships/notesMaster" Target="/ppt/notesMasters/notesMaster1.xml" Id="R431fe1d10d83424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30ea41e67a84c02" /><Relationship Type="http://schemas.openxmlformats.org/officeDocument/2006/relationships/notesMaster" Target="/ppt/notesMasters/notesMaster1.xml" Id="R6fef2bb0633e44ef"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d1c3ab6fc4142d5" /><Relationship Type="http://schemas.openxmlformats.org/officeDocument/2006/relationships/notesMaster" Target="/ppt/notesMasters/notesMaster1.xml" Id="Raeb26d654dad4db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926fbc6a620461d" /><Relationship Type="http://schemas.openxmlformats.org/officeDocument/2006/relationships/notesMaster" Target="/ppt/notesMasters/notesMaster1.xml" Id="R4ec10ac3341840d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Good afternoon. My name is Zhu Fuxin. This is CampusFlow, my final web service project. It is a desktop-first personal exhibition service. I designed it to feel like a small visual diary while still implementing a complete client, backend service, secure account system, persistent data, external APIs, Docker delivery, and Azure deployment.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CampusFlow begins in guest mode. The default state is deliberately complete rather than empty. A visitor can use Today and view the public portfolio before signing in. Registration becomes an invitation to personalize the service, not a barrier placed in front of the content.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is organized into three clearly different rooms. Today gives the visitor useful context. Portfolio presents a public body of work. Account turns that public view into an owned and editable space. The pages are visually distinct, but the navigation, typography, language control, and session state keep the experience continuous.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is the default page. It immediately shows a Kyoto preset so the interface remains useful while live data is loading. The visitor can choose a country and city. The result combines the current weather, country context, local time, and a short piece of weather-aware advice in one calm editorial composition.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does not call two unrelated APIs and assemble the page by itself. It sends the selected country and city to the Spring Boot backend. The backend combines REST Countries with Open-Meteo geocoding, weather, and timezone data, then returns one response designed for the page. This keeps the client simpler and lets the service add its own daily advice.</a:t>
            </a:r>
          </a:p>
          <a:p xmlns:a="http://schemas.openxmlformats.org/drawingml/2006/main">
            <a:r>
              <a:t/>
            </a:r>
          </a:p>
          <a:p xmlns:a="http://schemas.openxmlformats.org/drawingml/2006/main">
            <a:r>
              <a:t>[Sources]</a:t>
            </a:r>
          </a:p>
          <a:p xmlns:a="http://schemas.openxmlformats.org/drawingml/2006/main">
            <a:r>
              <a:t>- Open-Meteo documentation: https://open-meteo.com/en/docs</a:t>
            </a:r>
          </a:p>
          <a:p xmlns:a="http://schemas.openxmlformats.org/drawingml/2006/main">
            <a:r>
              <a:t>- REST Countries: https://restcountries.com/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Portfolio is the center of the product idea. The guest page already contains a public profile and four distinct works, so it reads as an exhibition rather than an empty form. After sign-in, edit controls appear only for the owner. The backend also checks ownership, so hiding a button is not the only protection.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content model is intentionally flexible. A user can present a conventional profile, but the same page can become a photography set, an illustration collection, a design archive, daily notes, or a mixed body of work. This makes the project more personal and gives the portfolio page a clear reason to exist beyond a résumé.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Account keeps the user-facing task simple. Local registration and sign-in are visually primary. The password field is masked. Google and GitHub remain optional third-party paths rather than dominating the page. A public registration always creates a normal user, while an administrator exists only when server-side environment variables define 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At this point, I will switch from the presentation to the running CampusFlow application. I will show the three pages in their natural order: useful guest content on Today, the public exhibition on Portfolio, and the local account flow that unlocks ownership and editing. After the demonstration, I will return to explain the design system, architecture, security, and delivery.</a:t>
            </a:r>
          </a:p>
          <a:p xmlns:a="http://schemas.openxmlformats.org/drawingml/2006/main">
            <a:r>
              <a:t/>
            </a:r>
          </a:p>
          <a:p xmlns:a="http://schemas.openxmlformats.org/drawingml/2006/main">
            <a:r>
              <a:t>[Sources]</a:t>
            </a:r>
          </a:p>
          <a:p xmlns:a="http://schemas.openxmlformats.org/drawingml/2006/main">
            <a:r>
              <a:t>- PJH, “Evening traffic on a bustling city street,” Unsplash: https://unsplash.com/photos/evening-traffic-on-a-bustling-city-street-J-OLVaKjgAs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visual system follows the same idea as the product. Warm paper keeps the interface readable. Mincho typography gives the pages an authored editorial voice. Vermilion behaves like an annotation rather than a decorative theme color. Cinematic crops, slightly uneven printed frames, and manga-like page rhythm make the service memorable without changing the clarity of the controls.</a:t>
            </a:r>
          </a:p>
          <a:p xmlns:a="http://schemas.openxmlformats.org/drawingml/2006/main">
            <a:r>
              <a:t/>
            </a:r>
          </a:p>
          <a:p xmlns:a="http://schemas.openxmlformats.org/drawingml/2006/main">
            <a:r>
              <a:t>[Sources]</a:t>
            </a:r>
          </a:p>
          <a:p xmlns:a="http://schemas.openxmlformats.org/drawingml/2006/main">
            <a:r>
              <a:t>- Suzuki Kiitsu, “Flowering Plum and Camellia,” public-domain artwork: https://commons.wikimedia.org/wiki/File:%27Flowering_Plum_and_Camellia%27,_six-fold_screen_by_Suzuki_Kiitsu,_c._1850s,_ink_and_color_on_paper,_Japanese,_Honolulu_Academy_of_Arts.jpg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browser client and the REST API are delivered by the same Spring Boot application. This avoids a separate frontend deployment and keeps the classroom setup simple. The service connects to external APIs and persistent data, then the same immutable application image moves from local Docker to Docker Hub and Azure App Service on port 8080.</a:t>
            </a:r>
          </a:p>
          <a:p xmlns:a="http://schemas.openxmlformats.org/drawingml/2006/main">
            <a:r>
              <a:t/>
            </a:r>
          </a:p>
          <a:p xmlns:a="http://schemas.openxmlformats.org/drawingml/2006/main">
            <a:r>
              <a:t>[Sources]</a:t>
            </a:r>
          </a:p>
          <a:p xmlns:a="http://schemas.openxmlformats.org/drawingml/2006/main">
            <a:r>
              <a:t>- Microsoft Azure App Service custom-container documentation: https://learn.microsoft.com/azure/app-service/configure-custom-container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Security is implemented on the backend. Local passwords are stored as BCrypt hashes and never returned to the browser. The session cookie is HttpOnly, and the Azure version also uses the Secure flag. State-changing requests require CSRF protection. Public registration creates only a normal user. Administrator routes require a server-configured administrator, and profile or portfolio changes are checked against ownership.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maps the finished release directly to the assignment. It includes a browser client and original Spring Boot service, two external APIs, an original feature built from their data, secure authentication and authorization, persistent storage, source code, a runnable JAR, Docker delivery, one Azure service, and presentation materials. The Java 17 Docker build contains nine passing regression tests with no failures.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release completes the personal exhibition workflow. The next development direction is discovery around the work: stable shareable creator pages, tags and search, and later a lightweight conversation layer. I keep these ideas in the roadmap because the forum is not part of the finished release and should not distract from the service that already works.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Thank you very much for listening. I hope you enjoyed this short visit to CampusFlow. The complete project, runnable JAR, Docker image, report, and presentation are included in the submission.</a:t>
            </a:r>
          </a:p>
          <a:p xmlns:a="http://schemas.openxmlformats.org/drawingml/2006/main">
            <a:r>
              <a:t/>
            </a:r>
          </a:p>
          <a:p xmlns:a="http://schemas.openxmlformats.org/drawingml/2006/main">
            <a:r>
              <a:t>[Sources]</a:t>
            </a:r>
          </a:p>
          <a:p xmlns:a="http://schemas.openxmlformats.org/drawingml/2006/main">
            <a:r>
              <a:t>- Japanese Katagami Stencil Abstract Text, public-domain image: https://commons.wikimedia.org/wiki/File:Japanese_Katagami_Stencil_Abstract_Text.jpg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52f4dc5b18bc4e2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7bd5d6160e946a5" /><Relationship Type="http://schemas.openxmlformats.org/officeDocument/2006/relationships/slideLayout" Target="/ppt/slideLayouts/slideLayout1.xml" Id="R77ede5c4358e4c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7ede5c4358e4c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209550" dist="93810" dir="3962251">
              <a:srgbClr val="000000">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cb17d9b925f4271" /><Relationship Type="http://schemas.openxmlformats.org/officeDocument/2006/relationships/image" Target="/ppt/media/image.jpeg" Id="Rb949ce4856004890" /><Relationship Type="http://schemas.openxmlformats.org/officeDocument/2006/relationships/notesSlide" Target="/ppt/notesSlides/notesSlide1.xml" Id="R824d214130124177"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49cca6b787d44d8" /><Relationship Type="http://schemas.openxmlformats.org/officeDocument/2006/relationships/image" Target="/ppt/media/image2.jpeg" Id="Rdd6f6d7049aa46b8" /><Relationship Type="http://schemas.openxmlformats.org/officeDocument/2006/relationships/notesSlide" Target="/ppt/notesSlides/notesSlide2.xml" Id="Re6ca43538b4b425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b0f7f40f14d4883" /><Relationship Type="http://schemas.openxmlformats.org/officeDocument/2006/relationships/image" Target="/ppt/media/image3.jpeg" Id="R059c05261ea248c1" /><Relationship Type="http://schemas.openxmlformats.org/officeDocument/2006/relationships/image" Target="/ppt/media/image4.jpeg" Id="R6b8cedf2867042bb" /><Relationship Type="http://schemas.openxmlformats.org/officeDocument/2006/relationships/image" Target="/ppt/media/image5.jpeg" Id="R241f71ed80b94184" /><Relationship Type="http://schemas.openxmlformats.org/officeDocument/2006/relationships/notesSlide" Target="/ppt/notesSlides/notesSlide3.xml" Id="R32aa7cce68f44a1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04f9096ce264da6" /><Relationship Type="http://schemas.openxmlformats.org/officeDocument/2006/relationships/image" Target="/ppt/media/image6.jpeg" Id="R9313ceaf5186433b" /><Relationship Type="http://schemas.openxmlformats.org/officeDocument/2006/relationships/notesSlide" Target="/ppt/notesSlides/notesSlide4.xml" Id="R39cdd9a8135d430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9fb0f3e5cb84236" /><Relationship Type="http://schemas.openxmlformats.org/officeDocument/2006/relationships/image" Target="/ppt/media/image7.jpeg" Id="R49809228ad4d4b49" /><Relationship Type="http://schemas.openxmlformats.org/officeDocument/2006/relationships/notesSlide" Target="/ppt/notesSlides/notesSlide5.xml" Id="Red79ed9841de46d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0f144e9b62549aa" /><Relationship Type="http://schemas.openxmlformats.org/officeDocument/2006/relationships/image" Target="/ppt/media/image8.jpeg" Id="R27177af00f8c473a" /><Relationship Type="http://schemas.openxmlformats.org/officeDocument/2006/relationships/notesSlide" Target="/ppt/notesSlides/notesSlide6.xml" Id="Ra478e8acc3454bb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560d0598fc964a45" /><Relationship Type="http://schemas.openxmlformats.org/officeDocument/2006/relationships/image" Target="/ppt/media/image9.jpeg" Id="R76f98e2302214311" /><Relationship Type="http://schemas.openxmlformats.org/officeDocument/2006/relationships/image" Target="/ppt/media/image10.jpeg" Id="R5807a3ae330a48cf" /><Relationship Type="http://schemas.openxmlformats.org/officeDocument/2006/relationships/image" Target="/ppt/media/image11.jpeg" Id="R59856fa5f6ef47a2" /><Relationship Type="http://schemas.openxmlformats.org/officeDocument/2006/relationships/image" Target="/ppt/media/image12.jpeg" Id="R66c9e3961ae84cc1" /><Relationship Type="http://schemas.openxmlformats.org/officeDocument/2006/relationships/notesSlide" Target="/ppt/notesSlides/notesSlide7.xml" Id="R1e4a9ec64e784a2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96668458eba4b18" /><Relationship Type="http://schemas.openxmlformats.org/officeDocument/2006/relationships/image" Target="/ppt/media/image13.jpeg" Id="R959da8eb60e24a3f" /><Relationship Type="http://schemas.openxmlformats.org/officeDocument/2006/relationships/notesSlide" Target="/ppt/notesSlides/notesSlide8.xml" Id="R44e6d60488384af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3b3ec5e17f04620" /><Relationship Type="http://schemas.openxmlformats.org/officeDocument/2006/relationships/image" Target="/ppt/media/image14.jpeg" Id="Rd5701b40cd9d4f5c" /><Relationship Type="http://schemas.openxmlformats.org/officeDocument/2006/relationships/notesSlide" Target="/ppt/notesSlides/notesSlide9.xml" Id="Rbc56438999b04d4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4b7cae8f7134de8" /><Relationship Type="http://schemas.openxmlformats.org/officeDocument/2006/relationships/image" Target="/ppt/media/image15.jpeg" Id="R2979be07c1314f7b" /><Relationship Type="http://schemas.openxmlformats.org/officeDocument/2006/relationships/image" Target="/ppt/media/image16.jpeg" Id="R23a02f2ec8494339" /><Relationship Type="http://schemas.openxmlformats.org/officeDocument/2006/relationships/notesSlide" Target="/ppt/notesSlides/notesSlide10.xml" Id="R13be496c116d432b"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9a4a6bc2d604f29" /><Relationship Type="http://schemas.openxmlformats.org/officeDocument/2006/relationships/notesSlide" Target="/ppt/notesSlides/notesSlide11.xml" Id="Rd3517e3f8bf84bb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8436880f8c2941d3" /><Relationship Type="http://schemas.openxmlformats.org/officeDocument/2006/relationships/image" Target="/ppt/media/image17.jpeg" Id="Rc2bdf78a00ed4106" /><Relationship Type="http://schemas.openxmlformats.org/officeDocument/2006/relationships/notesSlide" Target="/ppt/notesSlides/notesSlide12.xml" Id="R79d5b788c8e54b1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90b65133dd71454c" /><Relationship Type="http://schemas.openxmlformats.org/officeDocument/2006/relationships/notesSlide" Target="/ppt/notesSlides/notesSlide13.xml" Id="Rd144f038164d44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3809d665416d4fff" /><Relationship Type="http://schemas.openxmlformats.org/officeDocument/2006/relationships/image" Target="/ppt/media/image18.jpeg" Id="R05f09c9dae0c49f2" /><Relationship Type="http://schemas.openxmlformats.org/officeDocument/2006/relationships/notesSlide" Target="/ppt/notesSlides/notesSlide14.xml" Id="R922affaa390241d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39d8d043492b467b" /><Relationship Type="http://schemas.openxmlformats.org/officeDocument/2006/relationships/image" Target="/ppt/media/image19.jpeg" Id="Rf93d3d8535df45de" /><Relationship Type="http://schemas.openxmlformats.org/officeDocument/2006/relationships/notesSlide" Target="/ppt/notesSlides/notesSlide15.xml" Id="R37ccfdf070564ce8" /></Relationships>
</file>

<file path=ppt/slides/slide1.xml><?xml version="1.0" encoding="utf-8"?>
<p:sld xmlns:p="http://schemas.openxmlformats.org/presentationml/2006/main">
  <p:cSld>
    <p:bg>
      <p:bgPr>
        <a:solidFill xmlns:a="http://schemas.openxmlformats.org/drawingml/2006/main">
          <a:srgbClr val="171613"/>
        </a:solidFill>
      </p:bgPr>
    </p:bg>
    <p:spTree>
      <p:nvGrpSpPr>
        <p:cNvPr id="1" name=""/>
        <p:cNvGrpSpPr/>
        <p:nvPr/>
      </p:nvGrpSpPr>
      <p:grpSpPr>
        <a:xfrm xmlns:a="http://schemas.openxmlformats.org/drawingml/2006/main"/>
      </p:grpSpPr>
      <p:pic>
        <p:nvPicPr>
          <p:cNvPr id="13" name=""/>
          <p:cNvPicPr>
            <a:picLocks xmlns:a="http://schemas.openxmlformats.org/drawingml/2006/main" noChangeAspect="1"/>
          </p:cNvPicPr>
          <p:nvPr/>
        </p:nvPicPr>
        <p:blipFill>
          <a:blip xmlns:r="http://schemas.openxmlformats.org/officeDocument/2006/relationships" xmlns:a="http://schemas.openxmlformats.org/drawingml/2006/main" r:embed="Rb949ce4856004890"/>
          <a:srcRect xmlns:a="http://schemas.openxmlformats.org/drawingml/2006/main" l="0" t="15982" r="0" b="15982"/>
          <a:stretch xmlns:a="http://schemas.openxmlformats.org/drawingml/2006/main">
            <a:fillRect l="0" t="0" r="0" b="0"/>
          </a:stretch>
        </p:blipFill>
        <p:spPr>
          <a:xfrm xmlns:a="http://schemas.openxmlformats.org/drawingml/2006/main">
            <a:off x="4629150" y="0"/>
            <a:ext cx="7562850" cy="6858000"/>
          </a:xfrm>
          <a:prstGeom xmlns:a="http://schemas.openxmlformats.org/drawingml/2006/main" prst="rect">
            <a:avLst/>
          </a:prstGeom>
        </p:spPr>
      </p:pic>
      <p:sp>
        <p:nvSpPr>
          <p:cNvPr id="2" name="cover-ink">
            <a:extLst xmlns:a="http://schemas.openxmlformats.org/drawingml/2006/main">
              <a:ext uri="{FF2B5EF4-FFF2-40B4-BE49-F238E27FC236}">
                <a16:creationId xmlns:a16="http://schemas.microsoft.com/office/drawing/2014/main" id="{5D2421FA-1BE1-48CF-8C23-D2840C2DF2D5}"/>
              </a:ext>
            </a:extLst>
          </p:cNvPr>
          <p:cNvSpPr>
            <a:spLocks xmlns:a="http://schemas.openxmlformats.org/drawingml/2006/main" noGrp="1"/>
          </p:cNvSpPr>
          <p:nvPr/>
        </p:nvSpPr>
        <p:spPr>
          <a:xfrm xmlns:a="http://schemas.openxmlformats.org/drawingml/2006/main">
            <a:off x="0" y="0"/>
            <a:ext cx="4953000" cy="6858000"/>
          </a:xfrm>
          <a:prstGeom xmlns:a="http://schemas.openxmlformats.org/drawingml/2006/main" prst="rect">
            <a:avLst/>
          </a:prstGeom>
          <a:solidFill xmlns:a="http://schemas.openxmlformats.org/drawingml/2006/main">
            <a:srgbClr val="171613"/>
          </a:solidFill>
          <a:ln xmlns:a="http://schemas.openxmlformats.org/drawingml/2006/main" w="0">
            <a:noFill/>
            <a:prstDash val="solid"/>
          </a:ln>
        </p:spPr>
      </p:sp>
      <p:sp>
        <p:nvSpPr>
          <p:cNvPr id="3" name="cover-spine">
            <a:extLst xmlns:a="http://schemas.openxmlformats.org/drawingml/2006/main">
              <a:ext uri="{FF2B5EF4-FFF2-40B4-BE49-F238E27FC236}">
                <a16:creationId xmlns:a16="http://schemas.microsoft.com/office/drawing/2014/main" id="{F36180EC-AABA-4B22-B65E-5A7A94C317A1}"/>
              </a:ext>
            </a:extLst>
          </p:cNvPr>
          <p:cNvSpPr>
            <a:spLocks xmlns:a="http://schemas.openxmlformats.org/drawingml/2006/main" noGrp="1"/>
          </p:cNvSpPr>
          <p:nvPr/>
        </p:nvSpPr>
        <p:spPr>
          <a:xfrm xmlns:a="http://schemas.openxmlformats.org/drawingml/2006/main">
            <a:off x="4362450" y="0"/>
            <a:ext cx="266700" cy="685800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4" name="text-ngq6dbe">
            <a:extLst xmlns:a="http://schemas.openxmlformats.org/drawingml/2006/main">
              <a:ext uri="{FF2B5EF4-FFF2-40B4-BE49-F238E27FC236}">
                <a16:creationId xmlns:a16="http://schemas.microsoft.com/office/drawing/2014/main" id="{86CDB00D-F274-4524-AF1C-478F1A98566A}"/>
              </a:ext>
            </a:extLst>
          </p:cNvPr>
          <p:cNvSpPr>
            <a:spLocks xmlns:a="http://schemas.openxmlformats.org/drawingml/2006/main" noGrp="1"/>
          </p:cNvSpPr>
          <p:nvPr/>
        </p:nvSpPr>
        <p:spPr>
          <a:xfrm xmlns:a="http://schemas.openxmlformats.org/drawingml/2006/main">
            <a:off x="533400" y="4762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D84A32"/>
                </a:solidFill>
                <a:latin typeface="Consolas"/>
                <a:ea typeface="Consolas"/>
                <a:cs typeface="Consolas"/>
              </a:defRPr>
            </a:pPr>
            <a:r>
              <a:rPr sz="900" b="1" i="0">
                <a:solidFill>
                  <a:srgbClr val="D84A32"/>
                </a:solidFill>
                <a:latin typeface="Consolas"/>
                <a:ea typeface="Consolas"/>
                <a:cs typeface="Consolas"/>
              </a:rPr>
              <a:t>FINAL WEB SERVICE PROJECT</a:t>
            </a:r>
          </a:p>
        </p:txBody>
      </p:sp>
      <p:sp>
        <p:nvSpPr>
          <p:cNvPr id="5" name="text-9gapmw7">
            <a:extLst xmlns:a="http://schemas.openxmlformats.org/drawingml/2006/main">
              <a:ext uri="{FF2B5EF4-FFF2-40B4-BE49-F238E27FC236}">
                <a16:creationId xmlns:a16="http://schemas.microsoft.com/office/drawing/2014/main" id="{7CE71099-06EB-4723-9A67-433DFEA426CD}"/>
              </a:ext>
            </a:extLst>
          </p:cNvPr>
          <p:cNvSpPr>
            <a:spLocks xmlns:a="http://schemas.openxmlformats.org/drawingml/2006/main" noGrp="1"/>
          </p:cNvSpPr>
          <p:nvPr/>
        </p:nvSpPr>
        <p:spPr>
          <a:xfrm xmlns:a="http://schemas.openxmlformats.org/drawingml/2006/main">
            <a:off x="514350" y="1352550"/>
            <a:ext cx="37147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5400" b="0" i="0">
                <a:solidFill>
                  <a:srgbClr val="FBF8F1"/>
                </a:solidFill>
                <a:latin typeface="Yu Mincho"/>
                <a:ea typeface="Yu Mincho"/>
                <a:cs typeface="Yu Mincho"/>
              </a:defRPr>
            </a:pPr>
            <a:r>
              <a:rPr sz="5400" b="0" i="0">
                <a:solidFill>
                  <a:srgbClr val="FBF8F1"/>
                </a:solidFill>
                <a:latin typeface="Yu Mincho"/>
                <a:ea typeface="Yu Mincho"/>
                <a:cs typeface="Yu Mincho"/>
              </a:rPr>
              <a:t>Campus</a:t>
            </a:r>
          </a:p>
        </p:txBody>
      </p:sp>
      <p:sp>
        <p:nvSpPr>
          <p:cNvPr id="6" name="text-50n9t70">
            <a:extLst xmlns:a="http://schemas.openxmlformats.org/drawingml/2006/main">
              <a:ext uri="{FF2B5EF4-FFF2-40B4-BE49-F238E27FC236}">
                <a16:creationId xmlns:a16="http://schemas.microsoft.com/office/drawing/2014/main" id="{E4EEB2E1-473E-4B31-8F9D-6D7572B7FD68}"/>
              </a:ext>
            </a:extLst>
          </p:cNvPr>
          <p:cNvSpPr>
            <a:spLocks xmlns:a="http://schemas.openxmlformats.org/drawingml/2006/main" noGrp="1"/>
          </p:cNvSpPr>
          <p:nvPr/>
        </p:nvSpPr>
        <p:spPr>
          <a:xfrm xmlns:a="http://schemas.openxmlformats.org/drawingml/2006/main">
            <a:off x="514350" y="2152650"/>
            <a:ext cx="371475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5850" b="0" i="0">
                <a:solidFill>
                  <a:srgbClr val="FBF8F1"/>
                </a:solidFill>
                <a:latin typeface="Yu Mincho"/>
                <a:ea typeface="Yu Mincho"/>
                <a:cs typeface="Yu Mincho"/>
              </a:defRPr>
            </a:pPr>
            <a:r>
              <a:rPr sz="5850" b="0" i="0">
                <a:solidFill>
                  <a:srgbClr val="FBF8F1"/>
                </a:solidFill>
                <a:latin typeface="Yu Mincho"/>
                <a:ea typeface="Yu Mincho"/>
                <a:cs typeface="Yu Mincho"/>
              </a:rPr>
              <a:t>Flow</a:t>
            </a:r>
          </a:p>
        </p:txBody>
      </p:sp>
      <p:sp>
        <p:nvSpPr>
          <p:cNvPr id="7" name="text-l3yiugq">
            <a:extLst xmlns:a="http://schemas.openxmlformats.org/drawingml/2006/main">
              <a:ext uri="{FF2B5EF4-FFF2-40B4-BE49-F238E27FC236}">
                <a16:creationId xmlns:a16="http://schemas.microsoft.com/office/drawing/2014/main" id="{F1AE6752-FC00-41CC-A0A1-3AB4624BC6C7}"/>
              </a:ext>
            </a:extLst>
          </p:cNvPr>
          <p:cNvSpPr>
            <a:spLocks xmlns:a="http://schemas.openxmlformats.org/drawingml/2006/main" noGrp="1"/>
          </p:cNvSpPr>
          <p:nvPr/>
        </p:nvSpPr>
        <p:spPr>
          <a:xfrm xmlns:a="http://schemas.openxmlformats.org/drawingml/2006/main">
            <a:off x="552450" y="3333750"/>
            <a:ext cx="3238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725" b="0" i="0">
                <a:solidFill>
                  <a:srgbClr val="FBF8F1"/>
                </a:solidFill>
                <a:latin typeface="Yu Mincho"/>
                <a:ea typeface="Yu Mincho"/>
                <a:cs typeface="Yu Mincho"/>
              </a:defRPr>
            </a:pPr>
            <a:r>
              <a:rPr sz="1725" b="0" i="0">
                <a:solidFill>
                  <a:srgbClr val="FBF8F1"/>
                </a:solidFill>
                <a:latin typeface="Yu Mincho"/>
                <a:ea typeface="Yu Mincho"/>
                <a:cs typeface="Yu Mincho"/>
              </a:rPr>
              <a:t>日常のページ、作品の場所。</a:t>
            </a:r>
          </a:p>
        </p:txBody>
      </p:sp>
      <p:sp>
        <p:nvSpPr>
          <p:cNvPr id="8" name="line-58-432-324">
            <a:extLst xmlns:a="http://schemas.openxmlformats.org/drawingml/2006/main">
              <a:ext uri="{FF2B5EF4-FFF2-40B4-BE49-F238E27FC236}">
                <a16:creationId xmlns:a16="http://schemas.microsoft.com/office/drawing/2014/main" id="{F72A8644-31AE-4173-B414-F2BA1C0DD3F1}"/>
              </a:ext>
            </a:extLst>
          </p:cNvPr>
          <p:cNvSpPr>
            <a:spLocks xmlns:a="http://schemas.openxmlformats.org/drawingml/2006/main" noGrp="1"/>
          </p:cNvSpPr>
          <p:nvPr/>
        </p:nvSpPr>
        <p:spPr>
          <a:xfrm xmlns:a="http://schemas.openxmlformats.org/drawingml/2006/main">
            <a:off x="552450" y="4114800"/>
            <a:ext cx="3086100" cy="9525"/>
          </a:xfrm>
          <a:prstGeom xmlns:a="http://schemas.openxmlformats.org/drawingml/2006/main" prst="rect">
            <a:avLst/>
          </a:prstGeom>
          <a:solidFill xmlns:a="http://schemas.openxmlformats.org/drawingml/2006/main">
            <a:srgbClr val="6A655D"/>
          </a:solidFill>
          <a:ln xmlns:a="http://schemas.openxmlformats.org/drawingml/2006/main" w="0">
            <a:noFill/>
            <a:prstDash val="solid"/>
          </a:ln>
        </p:spPr>
      </p:sp>
      <p:sp>
        <p:nvSpPr>
          <p:cNvPr id="9" name="text-ls0onr9">
            <a:extLst xmlns:a="http://schemas.openxmlformats.org/drawingml/2006/main">
              <a:ext uri="{FF2B5EF4-FFF2-40B4-BE49-F238E27FC236}">
                <a16:creationId xmlns:a16="http://schemas.microsoft.com/office/drawing/2014/main" id="{3B1BFEB1-45F8-4C6F-A167-25DD7852B435}"/>
              </a:ext>
            </a:extLst>
          </p:cNvPr>
          <p:cNvSpPr>
            <a:spLocks xmlns:a="http://schemas.openxmlformats.org/drawingml/2006/main" noGrp="1"/>
          </p:cNvSpPr>
          <p:nvPr/>
        </p:nvSpPr>
        <p:spPr>
          <a:xfrm xmlns:a="http://schemas.openxmlformats.org/drawingml/2006/main">
            <a:off x="552450" y="4305300"/>
            <a:ext cx="3143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BDB7AD"/>
                </a:solidFill>
                <a:latin typeface="Consolas"/>
                <a:ea typeface="Consolas"/>
                <a:cs typeface="Consolas"/>
              </a:defRPr>
            </a:pPr>
            <a:r>
              <a:rPr sz="825" b="1" i="0">
                <a:solidFill>
                  <a:srgbClr val="BDB7AD"/>
                </a:solidFill>
                <a:latin typeface="Consolas"/>
                <a:ea typeface="Consolas"/>
                <a:cs typeface="Consolas"/>
              </a:rPr>
              <a:t>A PERSONAL EXHIBITION WEB SERVICE</a:t>
            </a:r>
          </a:p>
        </p:txBody>
      </p:sp>
      <p:sp>
        <p:nvSpPr>
          <p:cNvPr id="10" name="text-5fgvjzs">
            <a:extLst xmlns:a="http://schemas.openxmlformats.org/drawingml/2006/main">
              <a:ext uri="{FF2B5EF4-FFF2-40B4-BE49-F238E27FC236}">
                <a16:creationId xmlns:a16="http://schemas.microsoft.com/office/drawing/2014/main" id="{0EC3A395-F932-456B-8902-FF6FEB11DCE3}"/>
              </a:ext>
            </a:extLst>
          </p:cNvPr>
          <p:cNvSpPr>
            <a:spLocks xmlns:a="http://schemas.openxmlformats.org/drawingml/2006/main" noGrp="1"/>
          </p:cNvSpPr>
          <p:nvPr/>
        </p:nvSpPr>
        <p:spPr>
          <a:xfrm xmlns:a="http://schemas.openxmlformats.org/drawingml/2006/main">
            <a:off x="552450" y="5676900"/>
            <a:ext cx="3143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75" b="0" i="0">
                <a:solidFill>
                  <a:srgbClr val="FBF8F1"/>
                </a:solidFill>
                <a:latin typeface="Consolas"/>
                <a:ea typeface="Consolas"/>
                <a:cs typeface="Consolas"/>
              </a:defRPr>
            </a:pPr>
            <a:r>
              <a:rPr sz="975" b="0" i="0">
                <a:solidFill>
                  <a:srgbClr val="FBF8F1"/>
                </a:solidFill>
                <a:latin typeface="Consolas"/>
                <a:ea typeface="Consolas"/>
                <a:cs typeface="Consolas"/>
              </a:rPr>
              <a:t>ZHU FUXIN  /  M25W7195</a:t>
            </a:r>
          </a:p>
        </p:txBody>
      </p:sp>
      <p:sp>
        <p:nvSpPr>
          <p:cNvPr id="11" name="text-dkabbbb">
            <a:extLst xmlns:a="http://schemas.openxmlformats.org/drawingml/2006/main">
              <a:ext uri="{FF2B5EF4-FFF2-40B4-BE49-F238E27FC236}">
                <a16:creationId xmlns:a16="http://schemas.microsoft.com/office/drawing/2014/main" id="{283AC724-B2B8-4520-A3B6-E0A7046F02DF}"/>
              </a:ext>
            </a:extLst>
          </p:cNvPr>
          <p:cNvSpPr>
            <a:spLocks xmlns:a="http://schemas.openxmlformats.org/drawingml/2006/main" noGrp="1"/>
          </p:cNvSpPr>
          <p:nvPr/>
        </p:nvSpPr>
        <p:spPr>
          <a:xfrm xmlns:a="http://schemas.openxmlformats.org/drawingml/2006/main">
            <a:off x="552450" y="6000750"/>
            <a:ext cx="2476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0" i="0">
                <a:solidFill>
                  <a:srgbClr val="989188"/>
                </a:solidFill>
                <a:latin typeface="Consolas"/>
                <a:ea typeface="Consolas"/>
                <a:cs typeface="Consolas"/>
              </a:defRPr>
            </a:pPr>
            <a:r>
              <a:rPr sz="825" b="0" i="0">
                <a:solidFill>
                  <a:srgbClr val="989188"/>
                </a:solidFill>
                <a:latin typeface="Consolas"/>
                <a:ea typeface="Consolas"/>
                <a:cs typeface="Consolas"/>
              </a:rPr>
              <a:t>KYOTO  ·  2026</a:t>
            </a:r>
          </a:p>
        </p:txBody>
      </p:sp>
      <p:sp>
        <p:nvSpPr>
          <p:cNvPr id="12" name="text-iqq20kf">
            <a:extLst xmlns:a="http://schemas.openxmlformats.org/drawingml/2006/main">
              <a:ext uri="{FF2B5EF4-FFF2-40B4-BE49-F238E27FC236}">
                <a16:creationId xmlns:a16="http://schemas.microsoft.com/office/drawing/2014/main" id="{F121581B-4AF5-48D6-9BD4-945C7E5BFC7C}"/>
              </a:ext>
            </a:extLst>
          </p:cNvPr>
          <p:cNvSpPr>
            <a:spLocks xmlns:a="http://schemas.openxmlformats.org/drawingml/2006/main" noGrp="1"/>
          </p:cNvSpPr>
          <p:nvPr/>
        </p:nvSpPr>
        <p:spPr>
          <a:xfrm xmlns:a="http://schemas.openxmlformats.org/drawingml/2006/main">
            <a:off x="8191500" y="6362700"/>
            <a:ext cx="342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FBF8F1"/>
                </a:solidFill>
                <a:latin typeface="Consolas"/>
                <a:ea typeface="Consolas"/>
                <a:cs typeface="Consolas"/>
              </a:defRPr>
            </a:pPr>
            <a:r>
              <a:rPr sz="750" b="0" i="0">
                <a:solidFill>
                  <a:srgbClr val="FBF8F1"/>
                </a:solidFill>
                <a:latin typeface="Consolas"/>
                <a:ea typeface="Consolas"/>
                <a:cs typeface="Consolas"/>
              </a:rPr>
              <a:t>01 / A small web service told as a visual diary.</a:t>
            </a:r>
          </a:p>
        </p:txBody>
      </p:sp>
    </p:spTree>
    <p:extLst>
      <p:ext uri="{BB962C8B-B14F-4D97-AF65-F5344CB8AC3E}">
        <p14:creationId xmlns:p14="http://schemas.microsoft.com/office/powerpoint/2010/main" val="2055205908"/>
      </p:ext>
    </p:extLst>
  </p:cSld>
</p:sld>
</file>

<file path=ppt/slides/slide2.xml><?xml version="1.0" encoding="utf-8"?>
<p:sld xmlns:p="http://schemas.openxmlformats.org/presentationml/2006/main">
  <p:cSld>
    <p:bg>
      <p:bgPr>
        <a:solidFill xmlns:a="http://schemas.openxmlformats.org/drawingml/2006/main">
          <a:srgbClr val="F2EEE6"/>
        </a:solidFill>
      </p:bgPr>
    </p:bg>
    <p:spTree>
      <p:nvGrpSpPr>
        <p:cNvPr id="1" name=""/>
        <p:cNvGrpSpPr/>
        <p:nvPr/>
      </p:nvGrpSpPr>
      <p:grpSpPr>
        <a:xfrm xmlns:a="http://schemas.openxmlformats.org/drawingml/2006/main"/>
      </p:grpSpPr>
      <p:sp>
        <p:nvSpPr>
          <p:cNvPr id="15" name="line-48-38-28">
            <a:extLst xmlns:a="http://schemas.openxmlformats.org/drawingml/2006/main">
              <a:ext uri="{FF2B5EF4-FFF2-40B4-BE49-F238E27FC236}">
                <a16:creationId xmlns:a16="http://schemas.microsoft.com/office/drawing/2014/main" id="{FF2EBAD4-746C-4577-B7E5-DEEF19098033}"/>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 name="text-yqh37hx">
            <a:extLst xmlns:a="http://schemas.openxmlformats.org/drawingml/2006/main">
              <a:ext uri="{FF2B5EF4-FFF2-40B4-BE49-F238E27FC236}">
                <a16:creationId xmlns:a16="http://schemas.microsoft.com/office/drawing/2014/main" id="{8979806B-A1E8-4186-918D-3F35C7248E8F}"/>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171613"/>
                </a:solidFill>
                <a:latin typeface="Consolas"/>
                <a:ea typeface="Consolas"/>
                <a:cs typeface="Consolas"/>
              </a:defRPr>
            </a:pPr>
            <a:r>
              <a:rPr sz="825" b="1" i="0">
                <a:solidFill>
                  <a:srgbClr val="171613"/>
                </a:solidFill>
                <a:latin typeface="Consolas"/>
                <a:ea typeface="Consolas"/>
                <a:cs typeface="Consolas"/>
              </a:rPr>
              <a:t>PREMISE</a:t>
            </a:r>
          </a:p>
        </p:txBody>
      </p:sp>
      <p:sp>
        <p:nvSpPr>
          <p:cNvPr id="3" name="text-17d31j3">
            <a:extLst xmlns:a="http://schemas.openxmlformats.org/drawingml/2006/main">
              <a:ext uri="{FF2B5EF4-FFF2-40B4-BE49-F238E27FC236}">
                <a16:creationId xmlns:a16="http://schemas.microsoft.com/office/drawing/2014/main" id="{744586A5-24EE-4AC1-9861-6BA5D360E592}"/>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02</a:t>
            </a:r>
          </a:p>
        </p:txBody>
      </p:sp>
      <p:sp>
        <p:nvSpPr>
          <p:cNvPr id="4" name="text-epaz7up">
            <a:extLst xmlns:a="http://schemas.openxmlformats.org/drawingml/2006/main">
              <a:ext uri="{FF2B5EF4-FFF2-40B4-BE49-F238E27FC236}">
                <a16:creationId xmlns:a16="http://schemas.microsoft.com/office/drawing/2014/main" id="{B84A22DA-5454-4CD6-8EB3-3419E7D1058D}"/>
              </a:ext>
            </a:extLst>
          </p:cNvPr>
          <p:cNvSpPr>
            <a:spLocks xmlns:a="http://schemas.openxmlformats.org/drawingml/2006/main" noGrp="1"/>
          </p:cNvSpPr>
          <p:nvPr/>
        </p:nvSpPr>
        <p:spPr>
          <a:xfrm xmlns:a="http://schemas.openxmlformats.org/drawingml/2006/main">
            <a:off x="514350" y="9144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GUEST / OPEN</a:t>
            </a:r>
          </a:p>
        </p:txBody>
      </p:sp>
      <p:sp>
        <p:nvSpPr>
          <p:cNvPr id="5" name="text-jqnrz6n">
            <a:extLst xmlns:a="http://schemas.openxmlformats.org/drawingml/2006/main">
              <a:ext uri="{FF2B5EF4-FFF2-40B4-BE49-F238E27FC236}">
                <a16:creationId xmlns:a16="http://schemas.microsoft.com/office/drawing/2014/main" id="{0BE2B2DE-7F14-43B8-AF8E-B816CBB49071}"/>
              </a:ext>
            </a:extLst>
          </p:cNvPr>
          <p:cNvSpPr>
            <a:spLocks xmlns:a="http://schemas.openxmlformats.org/drawingml/2006/main" noGrp="1"/>
          </p:cNvSpPr>
          <p:nvPr/>
        </p:nvSpPr>
        <p:spPr>
          <a:xfrm xmlns:a="http://schemas.openxmlformats.org/drawingml/2006/main">
            <a:off x="495300" y="1190625"/>
            <a:ext cx="5905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4050" b="0" i="0">
                <a:solidFill>
                  <a:srgbClr val="171613"/>
                </a:solidFill>
                <a:latin typeface="Yu Mincho"/>
                <a:ea typeface="Yu Mincho"/>
                <a:cs typeface="Yu Mincho"/>
              </a:defRPr>
            </a:pPr>
            <a:r>
              <a:rPr sz="4050" b="0" i="0">
                <a:solidFill>
                  <a:srgbClr val="171613"/>
                </a:solidFill>
                <a:latin typeface="Yu Mincho"/>
                <a:ea typeface="Yu Mincho"/>
                <a:cs typeface="Yu Mincho"/>
              </a:rPr>
              <a:t>The service begins</a:t>
            </a:r>
          </a:p>
          <a:p xmlns:a="http://schemas.openxmlformats.org/drawingml/2006/main">
            <a:pPr algn="l">
              <a:lnSpc>
                <a:spcPct val="96000"/>
              </a:lnSpc>
              <a:buNone/>
              <a:defRPr sz="4050" b="0" i="0">
                <a:solidFill>
                  <a:srgbClr val="171613"/>
                </a:solidFill>
                <a:latin typeface="Yu Mincho"/>
                <a:ea typeface="Yu Mincho"/>
                <a:cs typeface="Yu Mincho"/>
              </a:defRPr>
            </a:pPr>
            <a:r>
              <a:rPr sz="4050" b="0" i="0">
                <a:solidFill>
                  <a:srgbClr val="171613"/>
                </a:solidFill>
                <a:latin typeface="Yu Mincho"/>
                <a:ea typeface="Yu Mincho"/>
                <a:cs typeface="Yu Mincho"/>
              </a:rPr>
              <a:t>before sign-in.</a:t>
            </a:r>
          </a:p>
        </p:txBody>
      </p:sp>
      <p:sp>
        <p:nvSpPr>
          <p:cNvPr id="6" name="text-ncfy5gm">
            <a:extLst xmlns:a="http://schemas.openxmlformats.org/drawingml/2006/main">
              <a:ext uri="{FF2B5EF4-FFF2-40B4-BE49-F238E27FC236}">
                <a16:creationId xmlns:a16="http://schemas.microsoft.com/office/drawing/2014/main" id="{9230B5C0-BEBF-452E-9579-1E42B2E6232F}"/>
              </a:ext>
            </a:extLst>
          </p:cNvPr>
          <p:cNvSpPr>
            <a:spLocks xmlns:a="http://schemas.openxmlformats.org/drawingml/2006/main" noGrp="1"/>
          </p:cNvSpPr>
          <p:nvPr/>
        </p:nvSpPr>
        <p:spPr>
          <a:xfrm xmlns:a="http://schemas.openxmlformats.org/drawingml/2006/main">
            <a:off x="552450" y="3143250"/>
            <a:ext cx="5334000" cy="914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1575" b="0" i="0">
                <a:solidFill>
                  <a:srgbClr val="4D4942"/>
                </a:solidFill>
                <a:latin typeface="Yu Gothic"/>
                <a:ea typeface="Yu Gothic"/>
                <a:cs typeface="Yu Gothic"/>
              </a:defRPr>
            </a:pPr>
            <a:r>
              <a:rPr sz="1575" b="0" i="0">
                <a:solidFill>
                  <a:srgbClr val="4D4942"/>
                </a:solidFill>
                <a:latin typeface="Yu Gothic"/>
                <a:ea typeface="Yu Gothic"/>
                <a:cs typeface="Yu Gothic"/>
              </a:rPr>
              <a:t>A visitor can read the day, see a public collection,</a:t>
            </a:r>
          </a:p>
          <a:p xmlns:a="http://schemas.openxmlformats.org/drawingml/2006/main">
            <a:pPr algn="l">
              <a:lnSpc>
                <a:spcPct val="128000"/>
              </a:lnSpc>
              <a:buNone/>
              <a:defRPr sz="1575" b="0" i="0">
                <a:solidFill>
                  <a:srgbClr val="4D4942"/>
                </a:solidFill>
                <a:latin typeface="Yu Gothic"/>
                <a:ea typeface="Yu Gothic"/>
                <a:cs typeface="Yu Gothic"/>
              </a:defRPr>
            </a:pPr>
            <a:r>
              <a:rPr sz="1575" b="0" i="0">
                <a:solidFill>
                  <a:srgbClr val="4D4942"/>
                </a:solidFill>
                <a:latin typeface="Yu Gothic"/>
                <a:ea typeface="Yu Gothic"/>
                <a:cs typeface="Yu Gothic"/>
              </a:rPr>
              <a:t>and understand the project without creating an account.</a:t>
            </a:r>
          </a:p>
        </p:txBody>
      </p:sp>
      <p:sp>
        <p:nvSpPr>
          <p:cNvPr id="7" name="line-58-480-500">
            <a:extLst xmlns:a="http://schemas.openxmlformats.org/drawingml/2006/main">
              <a:ext uri="{FF2B5EF4-FFF2-40B4-BE49-F238E27FC236}">
                <a16:creationId xmlns:a16="http://schemas.microsoft.com/office/drawing/2014/main" id="{DD87CD3F-BDB3-4E5B-A4B8-44209C008BC3}"/>
              </a:ext>
            </a:extLst>
          </p:cNvPr>
          <p:cNvSpPr>
            <a:spLocks xmlns:a="http://schemas.openxmlformats.org/drawingml/2006/main" noGrp="1"/>
          </p:cNvSpPr>
          <p:nvPr/>
        </p:nvSpPr>
        <p:spPr>
          <a:xfrm xmlns:a="http://schemas.openxmlformats.org/drawingml/2006/main">
            <a:off x="552450" y="4572000"/>
            <a:ext cx="4762500" cy="9525"/>
          </a:xfrm>
          <a:prstGeom xmlns:a="http://schemas.openxmlformats.org/drawingml/2006/main" prst="rect">
            <a:avLst/>
          </a:prstGeom>
          <a:solidFill xmlns:a="http://schemas.openxmlformats.org/drawingml/2006/main">
            <a:srgbClr val="171613"/>
          </a:solidFill>
          <a:ln xmlns:a="http://schemas.openxmlformats.org/drawingml/2006/main" w="0">
            <a:noFill/>
            <a:prstDash val="solid"/>
          </a:ln>
        </p:spPr>
      </p:sp>
      <p:sp>
        <p:nvSpPr>
          <p:cNvPr id="8" name="text-ntu0xct">
            <a:extLst xmlns:a="http://schemas.openxmlformats.org/drawingml/2006/main">
              <a:ext uri="{FF2B5EF4-FFF2-40B4-BE49-F238E27FC236}">
                <a16:creationId xmlns:a16="http://schemas.microsoft.com/office/drawing/2014/main" id="{2E6B1601-07A6-4F13-83FC-B7ABE6187B2D}"/>
              </a:ext>
            </a:extLst>
          </p:cNvPr>
          <p:cNvSpPr>
            <a:spLocks xmlns:a="http://schemas.openxmlformats.org/drawingml/2006/main" noGrp="1"/>
          </p:cNvSpPr>
          <p:nvPr/>
        </p:nvSpPr>
        <p:spPr>
          <a:xfrm xmlns:a="http://schemas.openxmlformats.org/drawingml/2006/main">
            <a:off x="552450" y="476250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1" i="0">
                <a:solidFill>
                  <a:srgbClr val="D84A32"/>
                </a:solidFill>
                <a:latin typeface="Consolas"/>
                <a:ea typeface="Consolas"/>
                <a:cs typeface="Consolas"/>
              </a:defRPr>
            </a:pPr>
            <a:r>
              <a:rPr sz="1125" b="1" i="0">
                <a:solidFill>
                  <a:srgbClr val="D84A32"/>
                </a:solidFill>
                <a:latin typeface="Consolas"/>
                <a:ea typeface="Consolas"/>
                <a:cs typeface="Consolas"/>
              </a:rPr>
              <a:t>USEFUL</a:t>
            </a:r>
          </a:p>
        </p:txBody>
      </p:sp>
      <p:sp>
        <p:nvSpPr>
          <p:cNvPr id="9" name="text-vopqpl5">
            <a:extLst xmlns:a="http://schemas.openxmlformats.org/drawingml/2006/main">
              <a:ext uri="{FF2B5EF4-FFF2-40B4-BE49-F238E27FC236}">
                <a16:creationId xmlns:a16="http://schemas.microsoft.com/office/drawing/2014/main" id="{928BED03-AD34-4B79-A546-B630B90D68AA}"/>
              </a:ext>
            </a:extLst>
          </p:cNvPr>
          <p:cNvSpPr>
            <a:spLocks xmlns:a="http://schemas.openxmlformats.org/drawingml/2006/main" noGrp="1"/>
          </p:cNvSpPr>
          <p:nvPr/>
        </p:nvSpPr>
        <p:spPr>
          <a:xfrm xmlns:a="http://schemas.openxmlformats.org/drawingml/2006/main">
            <a:off x="2095500" y="4762500"/>
            <a:ext cx="1428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1" i="0">
                <a:solidFill>
                  <a:srgbClr val="D84A32"/>
                </a:solidFill>
                <a:latin typeface="Consolas"/>
                <a:ea typeface="Consolas"/>
                <a:cs typeface="Consolas"/>
              </a:defRPr>
            </a:pPr>
            <a:r>
              <a:rPr sz="1125" b="1" i="0">
                <a:solidFill>
                  <a:srgbClr val="D84A32"/>
                </a:solidFill>
                <a:latin typeface="Consolas"/>
                <a:ea typeface="Consolas"/>
                <a:cs typeface="Consolas"/>
              </a:rPr>
              <a:t>PUBLIC</a:t>
            </a:r>
          </a:p>
        </p:txBody>
      </p:sp>
      <p:sp>
        <p:nvSpPr>
          <p:cNvPr id="10" name="text-8a0qwy6">
            <a:extLst xmlns:a="http://schemas.openxmlformats.org/drawingml/2006/main">
              <a:ext uri="{FF2B5EF4-FFF2-40B4-BE49-F238E27FC236}">
                <a16:creationId xmlns:a16="http://schemas.microsoft.com/office/drawing/2014/main" id="{748D2778-E49C-499C-8314-5E6BB2BB4D75}"/>
              </a:ext>
            </a:extLst>
          </p:cNvPr>
          <p:cNvSpPr>
            <a:spLocks xmlns:a="http://schemas.openxmlformats.org/drawingml/2006/main" noGrp="1"/>
          </p:cNvSpPr>
          <p:nvPr/>
        </p:nvSpPr>
        <p:spPr>
          <a:xfrm xmlns:a="http://schemas.openxmlformats.org/drawingml/2006/main">
            <a:off x="3638550" y="4762500"/>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1" i="0">
                <a:solidFill>
                  <a:srgbClr val="D84A32"/>
                </a:solidFill>
                <a:latin typeface="Consolas"/>
                <a:ea typeface="Consolas"/>
                <a:cs typeface="Consolas"/>
              </a:defRPr>
            </a:pPr>
            <a:r>
              <a:rPr sz="1125" b="1" i="0">
                <a:solidFill>
                  <a:srgbClr val="D84A32"/>
                </a:solidFill>
                <a:latin typeface="Consolas"/>
                <a:ea typeface="Consolas"/>
                <a:cs typeface="Consolas"/>
              </a:rPr>
              <a:t>PERSONAL</a:t>
            </a:r>
          </a:p>
        </p:txBody>
      </p:sp>
      <p:sp>
        <p:nvSpPr>
          <p:cNvPr id="11" name="frame-Cat in grass">
            <a:extLst xmlns:a="http://schemas.openxmlformats.org/drawingml/2006/main">
              <a:ext uri="{FF2B5EF4-FFF2-40B4-BE49-F238E27FC236}">
                <a16:creationId xmlns:a16="http://schemas.microsoft.com/office/drawing/2014/main" id="{AC775FBF-D344-462F-9ECA-9C5CA27D829C}"/>
              </a:ext>
            </a:extLst>
          </p:cNvPr>
          <p:cNvSpPr>
            <a:spLocks xmlns:a="http://schemas.openxmlformats.org/drawingml/2006/main" noGrp="1"/>
          </p:cNvSpPr>
          <p:nvPr/>
        </p:nvSpPr>
        <p:spPr>
          <a:xfrm xmlns:a="http://schemas.openxmlformats.org/drawingml/2006/main" rot="108000">
            <a:off x="6915150" y="952500"/>
            <a:ext cx="3962400" cy="5067300"/>
          </a:xfrm>
          <a:prstGeom xmlns:a="http://schemas.openxmlformats.org/drawingml/2006/main" prst="rect">
            <a:avLst/>
          </a:prstGeom>
          <a:solidFill xmlns:a="http://schemas.openxmlformats.org/drawingml/2006/main">
            <a:srgbClr val="FBF8F1"/>
          </a:solidFill>
          <a:ln xmlns:a="http://schemas.openxmlformats.org/drawingml/2006/main" w="9525">
            <a:solidFill>
              <a:srgbClr val="171613"/>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dd6f6d7049aa46b8"/>
          <a:srcRect xmlns:a="http://schemas.openxmlformats.org/drawingml/2006/main" l="0" t="3669" r="0" b="3669"/>
          <a:stretch xmlns:a="http://schemas.openxmlformats.org/drawingml/2006/main">
            <a:fillRect l="0" t="0" r="0" b="0"/>
          </a:stretch>
        </p:blipFill>
        <p:spPr>
          <a:xfrm xmlns:a="http://schemas.openxmlformats.org/drawingml/2006/main" rot="108000">
            <a:off x="6991350" y="1028700"/>
            <a:ext cx="3810000" cy="4705350"/>
          </a:xfrm>
          <a:prstGeom xmlns:a="http://schemas.openxmlformats.org/drawingml/2006/main" prst="rect">
            <a:avLst/>
          </a:prstGeom>
        </p:spPr>
      </p:pic>
      <p:sp>
        <p:nvSpPr>
          <p:cNvPr id="13" name="red-tape">
            <a:extLst xmlns:a="http://schemas.openxmlformats.org/drawingml/2006/main">
              <a:ext uri="{FF2B5EF4-FFF2-40B4-BE49-F238E27FC236}">
                <a16:creationId xmlns:a16="http://schemas.microsoft.com/office/drawing/2014/main" id="{3893DEE9-19B7-47BA-9037-B584DB2902E7}"/>
              </a:ext>
            </a:extLst>
          </p:cNvPr>
          <p:cNvSpPr>
            <a:spLocks xmlns:a="http://schemas.openxmlformats.org/drawingml/2006/main" noGrp="1"/>
          </p:cNvSpPr>
          <p:nvPr/>
        </p:nvSpPr>
        <p:spPr>
          <a:xfrm xmlns:a="http://schemas.openxmlformats.org/drawingml/2006/main" rot="240000">
            <a:off x="9658350" y="838200"/>
            <a:ext cx="952500" cy="23812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14" name="text-6fgxqm5">
            <a:extLst xmlns:a="http://schemas.openxmlformats.org/drawingml/2006/main">
              <a:ext uri="{FF2B5EF4-FFF2-40B4-BE49-F238E27FC236}">
                <a16:creationId xmlns:a16="http://schemas.microsoft.com/office/drawing/2014/main" id="{37BC4098-EAB6-4D53-A26D-DAA49CDBD583}"/>
              </a:ext>
            </a:extLst>
          </p:cNvPr>
          <p:cNvSpPr>
            <a:spLocks xmlns:a="http://schemas.openxmlformats.org/drawingml/2006/main" noGrp="1"/>
          </p:cNvSpPr>
          <p:nvPr/>
        </p:nvSpPr>
        <p:spPr>
          <a:xfrm xmlns:a="http://schemas.openxmlformats.org/drawingml/2006/main" rot="72000">
            <a:off x="8058150" y="5924550"/>
            <a:ext cx="2857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The guest state is a real page,</a:t>
            </a:r>
          </a:p>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not an empty waiting room.</a:t>
            </a:r>
          </a:p>
        </p:txBody>
      </p:sp>
    </p:spTree>
    <p:extLst>
      <p:ext uri="{BB962C8B-B14F-4D97-AF65-F5344CB8AC3E}">
        <p14:creationId xmlns:p14="http://schemas.microsoft.com/office/powerpoint/2010/main" val="1537414225"/>
      </p:ext>
    </p:extLst>
  </p:cSld>
</p:sld>
</file>

<file path=ppt/slides/slide3.xml><?xml version="1.0" encoding="utf-8"?>
<p:sld xmlns:p="http://schemas.openxmlformats.org/presentationml/2006/main">
  <p:cSld>
    <p:bg>
      <p:bgPr>
        <a:solidFill xmlns:a="http://schemas.openxmlformats.org/drawingml/2006/main">
          <a:srgbClr val="0E0E0D"/>
        </a:solidFill>
      </p:bgPr>
    </p:bg>
    <p:spTree>
      <p:nvGrpSpPr>
        <p:cNvPr id="1" name=""/>
        <p:cNvGrpSpPr/>
        <p:nvPr/>
      </p:nvGrpSpPr>
      <p:grpSpPr>
        <a:xfrm xmlns:a="http://schemas.openxmlformats.org/drawingml/2006/main"/>
      </p:grpSpPr>
      <p:sp>
        <p:nvSpPr>
          <p:cNvPr id="15" name="line-48-38-28">
            <a:extLst xmlns:a="http://schemas.openxmlformats.org/drawingml/2006/main">
              <a:ext uri="{FF2B5EF4-FFF2-40B4-BE49-F238E27FC236}">
                <a16:creationId xmlns:a16="http://schemas.microsoft.com/office/drawing/2014/main" id="{CCCDE057-5ABE-42D7-8DB9-98594447AA6B}"/>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 name="text-pi7vomm">
            <a:extLst xmlns:a="http://schemas.openxmlformats.org/drawingml/2006/main">
              <a:ext uri="{FF2B5EF4-FFF2-40B4-BE49-F238E27FC236}">
                <a16:creationId xmlns:a16="http://schemas.microsoft.com/office/drawing/2014/main" id="{C85DD744-97B7-48C7-B466-D88404B5D534}"/>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FBF8F1"/>
                </a:solidFill>
                <a:latin typeface="Consolas"/>
                <a:ea typeface="Consolas"/>
                <a:cs typeface="Consolas"/>
              </a:defRPr>
            </a:pPr>
            <a:r>
              <a:rPr sz="825" b="1" i="0">
                <a:solidFill>
                  <a:srgbClr val="FBF8F1"/>
                </a:solidFill>
                <a:latin typeface="Consolas"/>
                <a:ea typeface="Consolas"/>
                <a:cs typeface="Consolas"/>
              </a:rPr>
              <a:t>THREE PAGES</a:t>
            </a:r>
          </a:p>
        </p:txBody>
      </p:sp>
      <p:sp>
        <p:nvSpPr>
          <p:cNvPr id="3" name="text-59dhi6f">
            <a:extLst xmlns:a="http://schemas.openxmlformats.org/drawingml/2006/main">
              <a:ext uri="{FF2B5EF4-FFF2-40B4-BE49-F238E27FC236}">
                <a16:creationId xmlns:a16="http://schemas.microsoft.com/office/drawing/2014/main" id="{26A86B17-BD72-482F-B4C5-A45B3F804470}"/>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BDB7AD"/>
                </a:solidFill>
                <a:latin typeface="Consolas"/>
                <a:ea typeface="Consolas"/>
                <a:cs typeface="Consolas"/>
              </a:defRPr>
            </a:pPr>
            <a:r>
              <a:rPr sz="750" b="0" i="0">
                <a:solidFill>
                  <a:srgbClr val="BDB7AD"/>
                </a:solidFill>
                <a:latin typeface="Consolas"/>
                <a:ea typeface="Consolas"/>
                <a:cs typeface="Consolas"/>
              </a:rPr>
              <a:t>03</a:t>
            </a:r>
          </a:p>
        </p:txBody>
      </p:sp>
      <p:sp>
        <p:nvSpPr>
          <p:cNvPr id="4" name="text-u97xee1">
            <a:extLst xmlns:a="http://schemas.openxmlformats.org/drawingml/2006/main">
              <a:ext uri="{FF2B5EF4-FFF2-40B4-BE49-F238E27FC236}">
                <a16:creationId xmlns:a16="http://schemas.microsoft.com/office/drawing/2014/main" id="{01F9469F-900E-49E9-9A87-4148C37C68AB}"/>
              </a:ext>
            </a:extLst>
          </p:cNvPr>
          <p:cNvSpPr>
            <a:spLocks xmlns:a="http://schemas.openxmlformats.org/drawingml/2006/main" noGrp="1"/>
          </p:cNvSpPr>
          <p:nvPr/>
        </p:nvSpPr>
        <p:spPr>
          <a:xfrm xmlns:a="http://schemas.openxmlformats.org/drawingml/2006/main">
            <a:off x="457200" y="762000"/>
            <a:ext cx="47625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375" b="0" i="0">
                <a:solidFill>
                  <a:srgbClr val="FBF8F1"/>
                </a:solidFill>
                <a:latin typeface="Yu Mincho"/>
                <a:ea typeface="Yu Mincho"/>
                <a:cs typeface="Yu Mincho"/>
              </a:defRPr>
            </a:pPr>
            <a:r>
              <a:rPr sz="3375" b="0" i="0">
                <a:solidFill>
                  <a:srgbClr val="FBF8F1"/>
                </a:solidFill>
                <a:latin typeface="Yu Mincho"/>
                <a:ea typeface="Yu Mincho"/>
                <a:cs typeface="Yu Mincho"/>
              </a:rPr>
              <a:t>Three pages form</a:t>
            </a:r>
          </a:p>
          <a:p xmlns:a="http://schemas.openxmlformats.org/drawingml/2006/main">
            <a:pPr algn="l">
              <a:lnSpc>
                <a:spcPct val="96000"/>
              </a:lnSpc>
              <a:buNone/>
              <a:defRPr sz="3375" b="0" i="0">
                <a:solidFill>
                  <a:srgbClr val="FBF8F1"/>
                </a:solidFill>
                <a:latin typeface="Yu Mincho"/>
                <a:ea typeface="Yu Mincho"/>
                <a:cs typeface="Yu Mincho"/>
              </a:defRPr>
            </a:pPr>
            <a:r>
              <a:rPr sz="3375" b="0" i="0">
                <a:solidFill>
                  <a:srgbClr val="FBF8F1"/>
                </a:solidFill>
                <a:latin typeface="Yu Mincho"/>
                <a:ea typeface="Yu Mincho"/>
                <a:cs typeface="Yu Mincho"/>
              </a:rPr>
              <a:t>one quiet journey.</a:t>
            </a:r>
          </a:p>
        </p:txBody>
      </p:sp>
      <p:sp>
        <p:nvSpPr>
          <p:cNvPr id="5" name="text-goy2bnz">
            <a:extLst xmlns:a="http://schemas.openxmlformats.org/drawingml/2006/main">
              <a:ext uri="{FF2B5EF4-FFF2-40B4-BE49-F238E27FC236}">
                <a16:creationId xmlns:a16="http://schemas.microsoft.com/office/drawing/2014/main" id="{73706059-67AF-45F7-B65B-53157BC862DB}"/>
              </a:ext>
            </a:extLst>
          </p:cNvPr>
          <p:cNvSpPr>
            <a:spLocks xmlns:a="http://schemas.openxmlformats.org/drawingml/2006/main" noGrp="1"/>
          </p:cNvSpPr>
          <p:nvPr/>
        </p:nvSpPr>
        <p:spPr>
          <a:xfrm xmlns:a="http://schemas.openxmlformats.org/drawingml/2006/main">
            <a:off x="514350" y="2228850"/>
            <a:ext cx="4095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D84A32"/>
                </a:solidFill>
                <a:latin typeface="Consolas"/>
                <a:ea typeface="Consolas"/>
                <a:cs typeface="Consolas"/>
              </a:defRPr>
            </a:pPr>
            <a:r>
              <a:rPr sz="900" b="1" i="0">
                <a:solidFill>
                  <a:srgbClr val="D84A32"/>
                </a:solidFill>
                <a:latin typeface="Consolas"/>
                <a:ea typeface="Consolas"/>
                <a:cs typeface="Consolas"/>
              </a:rPr>
              <a:t>VIEW  →  COLLECT  →  OWN</a:t>
            </a:r>
          </a:p>
        </p:txBody>
      </p:sp>
      <p:sp>
        <p:nvSpPr>
          <p:cNvPr id="6" name="frame-01 / TODAY">
            <a:extLst xmlns:a="http://schemas.openxmlformats.org/drawingml/2006/main">
              <a:ext uri="{FF2B5EF4-FFF2-40B4-BE49-F238E27FC236}">
                <a16:creationId xmlns:a16="http://schemas.microsoft.com/office/drawing/2014/main" id="{EA27CE0A-CBDA-4E62-B09B-D2B32D10155E}"/>
              </a:ext>
            </a:extLst>
          </p:cNvPr>
          <p:cNvSpPr>
            <a:spLocks xmlns:a="http://schemas.openxmlformats.org/drawingml/2006/main" noGrp="1"/>
          </p:cNvSpPr>
          <p:nvPr/>
        </p:nvSpPr>
        <p:spPr>
          <a:xfrm xmlns:a="http://schemas.openxmlformats.org/drawingml/2006/main" rot="-66000">
            <a:off x="438150" y="2933700"/>
            <a:ext cx="3390900" cy="2990850"/>
          </a:xfrm>
          <a:prstGeom xmlns:a="http://schemas.openxmlformats.org/drawingml/2006/main" prst="rect">
            <a:avLst/>
          </a:prstGeom>
          <a:solidFill xmlns:a="http://schemas.openxmlformats.org/drawingml/2006/main">
            <a:srgbClr val="FBF8F1"/>
          </a:solidFill>
          <a:ln xmlns:a="http://schemas.openxmlformats.org/drawingml/2006/main" w="9525">
            <a:solidFill>
              <a:srgbClr val="FBF8F1"/>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21" name=""/>
          <p:cNvPicPr>
            <a:picLocks xmlns:a="http://schemas.openxmlformats.org/drawingml/2006/main" noChangeAspect="1"/>
          </p:cNvPicPr>
          <p:nvPr/>
        </p:nvPicPr>
        <p:blipFill>
          <a:blip xmlns:r="http://schemas.openxmlformats.org/officeDocument/2006/relationships" xmlns:a="http://schemas.openxmlformats.org/drawingml/2006/main" r:embed="R059c05261ea248c1"/>
          <a:srcRect xmlns:a="http://schemas.openxmlformats.org/drawingml/2006/main" l="16309" t="0" r="16309" b="0"/>
          <a:stretch xmlns:a="http://schemas.openxmlformats.org/drawingml/2006/main">
            <a:fillRect l="0" t="0" r="0" b="0"/>
          </a:stretch>
        </p:blipFill>
        <p:spPr>
          <a:xfrm xmlns:a="http://schemas.openxmlformats.org/drawingml/2006/main" rot="-66000">
            <a:off x="514350" y="3009900"/>
            <a:ext cx="3238500" cy="2705100"/>
          </a:xfrm>
          <a:prstGeom xmlns:a="http://schemas.openxmlformats.org/drawingml/2006/main" prst="rect">
            <a:avLst/>
          </a:prstGeom>
        </p:spPr>
      </p:pic>
      <p:sp>
        <p:nvSpPr>
          <p:cNvPr id="8" name="text-haf0ry6">
            <a:extLst xmlns:a="http://schemas.openxmlformats.org/drawingml/2006/main">
              <a:ext uri="{FF2B5EF4-FFF2-40B4-BE49-F238E27FC236}">
                <a16:creationId xmlns:a16="http://schemas.microsoft.com/office/drawing/2014/main" id="{28942DA6-B7FF-4B36-ABEF-5C165439581D}"/>
              </a:ext>
            </a:extLst>
          </p:cNvPr>
          <p:cNvSpPr>
            <a:spLocks xmlns:a="http://schemas.openxmlformats.org/drawingml/2006/main" noGrp="1"/>
          </p:cNvSpPr>
          <p:nvPr/>
        </p:nvSpPr>
        <p:spPr>
          <a:xfrm xmlns:a="http://schemas.openxmlformats.org/drawingml/2006/main">
            <a:off x="666750" y="5419725"/>
            <a:ext cx="29337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FBF8F1"/>
                </a:solidFill>
                <a:latin typeface="Consolas"/>
                <a:ea typeface="Consolas"/>
                <a:cs typeface="Consolas"/>
              </a:defRPr>
            </a:pPr>
            <a:r>
              <a:rPr sz="825" b="1" i="0">
                <a:solidFill>
                  <a:srgbClr val="FBF8F1"/>
                </a:solidFill>
                <a:latin typeface="Consolas"/>
                <a:ea typeface="Consolas"/>
                <a:cs typeface="Consolas"/>
              </a:rPr>
              <a:t>01 / TODAY</a:t>
            </a:r>
          </a:p>
        </p:txBody>
      </p:sp>
      <p:sp>
        <p:nvSpPr>
          <p:cNvPr id="9" name="frame-02 / PORTFOLIO">
            <a:extLst xmlns:a="http://schemas.openxmlformats.org/drawingml/2006/main">
              <a:ext uri="{FF2B5EF4-FFF2-40B4-BE49-F238E27FC236}">
                <a16:creationId xmlns:a16="http://schemas.microsoft.com/office/drawing/2014/main" id="{1B6E8D0A-688C-48FD-8BB8-34C73B4EB541}"/>
              </a:ext>
            </a:extLst>
          </p:cNvPr>
          <p:cNvSpPr>
            <a:spLocks xmlns:a="http://schemas.openxmlformats.org/drawingml/2006/main" noGrp="1"/>
          </p:cNvSpPr>
          <p:nvPr/>
        </p:nvSpPr>
        <p:spPr>
          <a:xfrm xmlns:a="http://schemas.openxmlformats.org/drawingml/2006/main" rot="42000">
            <a:off x="4343400" y="1181100"/>
            <a:ext cx="3543300" cy="4743450"/>
          </a:xfrm>
          <a:prstGeom xmlns:a="http://schemas.openxmlformats.org/drawingml/2006/main" prst="rect">
            <a:avLst/>
          </a:prstGeom>
          <a:solidFill xmlns:a="http://schemas.openxmlformats.org/drawingml/2006/main">
            <a:srgbClr val="FBF8F1"/>
          </a:solidFill>
          <a:ln xmlns:a="http://schemas.openxmlformats.org/drawingml/2006/main" w="9525">
            <a:solidFill>
              <a:srgbClr val="FBF8F1"/>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b8cedf2867042bb"/>
          <a:srcRect xmlns:a="http://schemas.openxmlformats.org/drawingml/2006/main" l="28593" t="0" r="28593" b="0"/>
          <a:stretch xmlns:a="http://schemas.openxmlformats.org/drawingml/2006/main">
            <a:fillRect l="0" t="0" r="0" b="0"/>
          </a:stretch>
        </p:blipFill>
        <p:spPr>
          <a:xfrm xmlns:a="http://schemas.openxmlformats.org/drawingml/2006/main" rot="42000">
            <a:off x="4419600" y="1257300"/>
            <a:ext cx="3390900" cy="4457700"/>
          </a:xfrm>
          <a:prstGeom xmlns:a="http://schemas.openxmlformats.org/drawingml/2006/main" prst="rect">
            <a:avLst/>
          </a:prstGeom>
        </p:spPr>
      </p:pic>
      <p:sp>
        <p:nvSpPr>
          <p:cNvPr id="11" name="text-11wz14w">
            <a:extLst xmlns:a="http://schemas.openxmlformats.org/drawingml/2006/main">
              <a:ext uri="{FF2B5EF4-FFF2-40B4-BE49-F238E27FC236}">
                <a16:creationId xmlns:a16="http://schemas.microsoft.com/office/drawing/2014/main" id="{954BFF7B-98AD-4159-A6DE-73816B982315}"/>
              </a:ext>
            </a:extLst>
          </p:cNvPr>
          <p:cNvSpPr>
            <a:spLocks xmlns:a="http://schemas.openxmlformats.org/drawingml/2006/main" noGrp="1"/>
          </p:cNvSpPr>
          <p:nvPr/>
        </p:nvSpPr>
        <p:spPr>
          <a:xfrm xmlns:a="http://schemas.openxmlformats.org/drawingml/2006/main">
            <a:off x="4572000" y="5419725"/>
            <a:ext cx="30861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FBF8F1"/>
                </a:solidFill>
                <a:latin typeface="Consolas"/>
                <a:ea typeface="Consolas"/>
                <a:cs typeface="Consolas"/>
              </a:defRPr>
            </a:pPr>
            <a:r>
              <a:rPr sz="825" b="1" i="0">
                <a:solidFill>
                  <a:srgbClr val="FBF8F1"/>
                </a:solidFill>
                <a:latin typeface="Consolas"/>
                <a:ea typeface="Consolas"/>
                <a:cs typeface="Consolas"/>
              </a:rPr>
              <a:t>02 / PORTFOLIO</a:t>
            </a:r>
          </a:p>
        </p:txBody>
      </p:sp>
      <p:sp>
        <p:nvSpPr>
          <p:cNvPr id="12" name="frame-03 / ACCOUNT">
            <a:extLst xmlns:a="http://schemas.openxmlformats.org/drawingml/2006/main">
              <a:ext uri="{FF2B5EF4-FFF2-40B4-BE49-F238E27FC236}">
                <a16:creationId xmlns:a16="http://schemas.microsoft.com/office/drawing/2014/main" id="{F02A9874-9DEF-4ED8-AAD4-0831AEAA8FCB}"/>
              </a:ext>
            </a:extLst>
          </p:cNvPr>
          <p:cNvSpPr>
            <a:spLocks xmlns:a="http://schemas.openxmlformats.org/drawingml/2006/main" noGrp="1"/>
          </p:cNvSpPr>
          <p:nvPr/>
        </p:nvSpPr>
        <p:spPr>
          <a:xfrm xmlns:a="http://schemas.openxmlformats.org/drawingml/2006/main" rot="-48000">
            <a:off x="8401050" y="2133600"/>
            <a:ext cx="3333750" cy="3790950"/>
          </a:xfrm>
          <a:prstGeom xmlns:a="http://schemas.openxmlformats.org/drawingml/2006/main" prst="rect">
            <a:avLst/>
          </a:prstGeom>
          <a:solidFill xmlns:a="http://schemas.openxmlformats.org/drawingml/2006/main">
            <a:srgbClr val="FBF8F1"/>
          </a:solidFill>
          <a:ln xmlns:a="http://schemas.openxmlformats.org/drawingml/2006/main" w="9525">
            <a:solidFill>
              <a:srgbClr val="FBF8F1"/>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241f71ed80b94184"/>
          <a:srcRect xmlns:a="http://schemas.openxmlformats.org/drawingml/2006/main" l="24474" t="0" r="24474" b="0"/>
          <a:stretch xmlns:a="http://schemas.openxmlformats.org/drawingml/2006/main">
            <a:fillRect l="0" t="0" r="0" b="0"/>
          </a:stretch>
        </p:blipFill>
        <p:spPr>
          <a:xfrm xmlns:a="http://schemas.openxmlformats.org/drawingml/2006/main" rot="-48000">
            <a:off x="8477250" y="2209800"/>
            <a:ext cx="3181350" cy="3505200"/>
          </a:xfrm>
          <a:prstGeom xmlns:a="http://schemas.openxmlformats.org/drawingml/2006/main" prst="rect">
            <a:avLst/>
          </a:prstGeom>
        </p:spPr>
      </p:pic>
      <p:sp>
        <p:nvSpPr>
          <p:cNvPr id="14" name="text-evq6i4p">
            <a:extLst xmlns:a="http://schemas.openxmlformats.org/drawingml/2006/main">
              <a:ext uri="{FF2B5EF4-FFF2-40B4-BE49-F238E27FC236}">
                <a16:creationId xmlns:a16="http://schemas.microsoft.com/office/drawing/2014/main" id="{6B012C79-BE15-4609-BA42-EF4C58866C70}"/>
              </a:ext>
            </a:extLst>
          </p:cNvPr>
          <p:cNvSpPr>
            <a:spLocks xmlns:a="http://schemas.openxmlformats.org/drawingml/2006/main" noGrp="1"/>
          </p:cNvSpPr>
          <p:nvPr/>
        </p:nvSpPr>
        <p:spPr>
          <a:xfrm xmlns:a="http://schemas.openxmlformats.org/drawingml/2006/main">
            <a:off x="8629650" y="5419725"/>
            <a:ext cx="28765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FBF8F1"/>
                </a:solidFill>
                <a:latin typeface="Consolas"/>
                <a:ea typeface="Consolas"/>
                <a:cs typeface="Consolas"/>
              </a:defRPr>
            </a:pPr>
            <a:r>
              <a:rPr sz="825" b="1" i="0">
                <a:solidFill>
                  <a:srgbClr val="FBF8F1"/>
                </a:solidFill>
                <a:latin typeface="Consolas"/>
                <a:ea typeface="Consolas"/>
                <a:cs typeface="Consolas"/>
              </a:rPr>
              <a:t>03 / ACCOUNT</a:t>
            </a:r>
          </a:p>
        </p:txBody>
      </p:sp>
    </p:spTree>
    <p:extLst>
      <p:ext uri="{BB962C8B-B14F-4D97-AF65-F5344CB8AC3E}">
        <p14:creationId xmlns:p14="http://schemas.microsoft.com/office/powerpoint/2010/main" val="1913246706"/>
      </p:ext>
    </p:extLst>
  </p:cSld>
</p:sld>
</file>

<file path=ppt/slides/slide4.xml><?xml version="1.0" encoding="utf-8"?>
<p:sld xmlns:p="http://schemas.openxmlformats.org/presentationml/2006/main">
  <p:cSld>
    <p:bg>
      <p:bgPr>
        <a:solidFill xmlns:a="http://schemas.openxmlformats.org/drawingml/2006/main">
          <a:srgbClr val="F2EEE6"/>
        </a:solidFill>
      </p:bgPr>
    </p:bg>
    <p:spTree>
      <p:nvGrpSpPr>
        <p:cNvPr id="1" name=""/>
        <p:cNvGrpSpPr/>
        <p:nvPr/>
      </p:nvGrpSpPr>
      <p:grpSpPr>
        <a:xfrm xmlns:a="http://schemas.openxmlformats.org/drawingml/2006/main"/>
      </p:grpSpPr>
      <p:sp>
        <p:nvSpPr>
          <p:cNvPr id="20" name="line-48-38-28">
            <a:extLst xmlns:a="http://schemas.openxmlformats.org/drawingml/2006/main">
              <a:ext uri="{FF2B5EF4-FFF2-40B4-BE49-F238E27FC236}">
                <a16:creationId xmlns:a16="http://schemas.microsoft.com/office/drawing/2014/main" id="{097A5F0E-EB17-4998-A0A2-4AE694A2F635}"/>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 name="text-ssq6hal">
            <a:extLst xmlns:a="http://schemas.openxmlformats.org/drawingml/2006/main">
              <a:ext uri="{FF2B5EF4-FFF2-40B4-BE49-F238E27FC236}">
                <a16:creationId xmlns:a16="http://schemas.microsoft.com/office/drawing/2014/main" id="{20451054-1C59-449F-BC18-00AA29BDA6FD}"/>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171613"/>
                </a:solidFill>
                <a:latin typeface="Consolas"/>
                <a:ea typeface="Consolas"/>
                <a:cs typeface="Consolas"/>
              </a:defRPr>
            </a:pPr>
            <a:r>
              <a:rPr sz="825" b="1" i="0">
                <a:solidFill>
                  <a:srgbClr val="171613"/>
                </a:solidFill>
                <a:latin typeface="Consolas"/>
                <a:ea typeface="Consolas"/>
                <a:cs typeface="Consolas"/>
              </a:rPr>
              <a:t>TODAY</a:t>
            </a:r>
          </a:p>
        </p:txBody>
      </p:sp>
      <p:sp>
        <p:nvSpPr>
          <p:cNvPr id="3" name="text-o2kwto8">
            <a:extLst xmlns:a="http://schemas.openxmlformats.org/drawingml/2006/main">
              <a:ext uri="{FF2B5EF4-FFF2-40B4-BE49-F238E27FC236}">
                <a16:creationId xmlns:a16="http://schemas.microsoft.com/office/drawing/2014/main" id="{7717B9E0-036B-4281-9B6E-99574C939D56}"/>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04</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9313ceaf5186433b"/>
          <a:srcRect xmlns:a="http://schemas.openxmlformats.org/drawingml/2006/main" l="3166" t="0" r="3166" b="0"/>
          <a:stretch xmlns:a="http://schemas.openxmlformats.org/drawingml/2006/main">
            <a:fillRect l="0" t="0" r="0" b="0"/>
          </a:stretch>
        </p:blipFill>
        <p:spPr>
          <a:xfrm xmlns:a="http://schemas.openxmlformats.org/drawingml/2006/main">
            <a:off x="0" y="0"/>
            <a:ext cx="4819650" cy="6858000"/>
          </a:xfrm>
          <a:prstGeom xmlns:a="http://schemas.openxmlformats.org/drawingml/2006/main" prst="rect">
            <a:avLst/>
          </a:prstGeom>
        </p:spPr>
      </p:pic>
      <p:sp>
        <p:nvSpPr>
          <p:cNvPr id="5" name="today-red-edge">
            <a:extLst xmlns:a="http://schemas.openxmlformats.org/drawingml/2006/main">
              <a:ext uri="{FF2B5EF4-FFF2-40B4-BE49-F238E27FC236}">
                <a16:creationId xmlns:a16="http://schemas.microsoft.com/office/drawing/2014/main" id="{18E84425-A08D-4DA9-9F36-05234A47D5A4}"/>
              </a:ext>
            </a:extLst>
          </p:cNvPr>
          <p:cNvSpPr>
            <a:spLocks xmlns:a="http://schemas.openxmlformats.org/drawingml/2006/main" noGrp="1"/>
          </p:cNvSpPr>
          <p:nvPr/>
        </p:nvSpPr>
        <p:spPr>
          <a:xfrm xmlns:a="http://schemas.openxmlformats.org/drawingml/2006/main">
            <a:off x="4819650" y="0"/>
            <a:ext cx="171450" cy="685800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6" name="text-zy618nq">
            <a:extLst xmlns:a="http://schemas.openxmlformats.org/drawingml/2006/main">
              <a:ext uri="{FF2B5EF4-FFF2-40B4-BE49-F238E27FC236}">
                <a16:creationId xmlns:a16="http://schemas.microsoft.com/office/drawing/2014/main" id="{0DEA8BCE-9210-4906-B296-E868597D35A1}"/>
              </a:ext>
            </a:extLst>
          </p:cNvPr>
          <p:cNvSpPr>
            <a:spLocks xmlns:a="http://schemas.openxmlformats.org/drawingml/2006/main" noGrp="1"/>
          </p:cNvSpPr>
          <p:nvPr/>
        </p:nvSpPr>
        <p:spPr>
          <a:xfrm xmlns:a="http://schemas.openxmlformats.org/drawingml/2006/main">
            <a:off x="5657850" y="742950"/>
            <a:ext cx="57150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450" b="0" i="0">
                <a:solidFill>
                  <a:srgbClr val="171613"/>
                </a:solidFill>
                <a:latin typeface="Yu Mincho"/>
                <a:ea typeface="Yu Mincho"/>
                <a:cs typeface="Yu Mincho"/>
              </a:defRPr>
            </a:pPr>
            <a:r>
              <a:rPr sz="3450" b="0" i="0">
                <a:solidFill>
                  <a:srgbClr val="171613"/>
                </a:solidFill>
                <a:latin typeface="Yu Mincho"/>
                <a:ea typeface="Yu Mincho"/>
                <a:cs typeface="Yu Mincho"/>
              </a:rPr>
              <a:t>Today turns a place</a:t>
            </a:r>
          </a:p>
          <a:p xmlns:a="http://schemas.openxmlformats.org/drawingml/2006/main">
            <a:pPr algn="l">
              <a:lnSpc>
                <a:spcPct val="96000"/>
              </a:lnSpc>
              <a:buNone/>
              <a:defRPr sz="3450" b="0" i="0">
                <a:solidFill>
                  <a:srgbClr val="171613"/>
                </a:solidFill>
                <a:latin typeface="Yu Mincho"/>
                <a:ea typeface="Yu Mincho"/>
                <a:cs typeface="Yu Mincho"/>
              </a:defRPr>
            </a:pPr>
            <a:r>
              <a:rPr sz="3450" b="0" i="0">
                <a:solidFill>
                  <a:srgbClr val="171613"/>
                </a:solidFill>
                <a:latin typeface="Yu Mincho"/>
                <a:ea typeface="Yu Mincho"/>
                <a:cs typeface="Yu Mincho"/>
              </a:rPr>
              <a:t>into a daily scene.</a:t>
            </a:r>
          </a:p>
        </p:txBody>
      </p:sp>
      <p:sp>
        <p:nvSpPr>
          <p:cNvPr id="7" name="text-5bi2m1s">
            <a:extLst xmlns:a="http://schemas.openxmlformats.org/drawingml/2006/main">
              <a:ext uri="{FF2B5EF4-FFF2-40B4-BE49-F238E27FC236}">
                <a16:creationId xmlns:a16="http://schemas.microsoft.com/office/drawing/2014/main" id="{9BB5B0E6-DB98-4C4A-ACF4-854079E768E8}"/>
              </a:ext>
            </a:extLst>
          </p:cNvPr>
          <p:cNvSpPr>
            <a:spLocks xmlns:a="http://schemas.openxmlformats.org/drawingml/2006/main" noGrp="1"/>
          </p:cNvSpPr>
          <p:nvPr/>
        </p:nvSpPr>
        <p:spPr>
          <a:xfrm xmlns:a="http://schemas.openxmlformats.org/drawingml/2006/main">
            <a:off x="5676900" y="232410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KYOTO / JAPAN</a:t>
            </a:r>
          </a:p>
        </p:txBody>
      </p:sp>
      <p:sp>
        <p:nvSpPr>
          <p:cNvPr id="8" name="text-lcd8lsy">
            <a:extLst xmlns:a="http://schemas.openxmlformats.org/drawingml/2006/main">
              <a:ext uri="{FF2B5EF4-FFF2-40B4-BE49-F238E27FC236}">
                <a16:creationId xmlns:a16="http://schemas.microsoft.com/office/drawing/2014/main" id="{928C0AB0-9E7C-482F-8B9A-42F03A70F906}"/>
              </a:ext>
            </a:extLst>
          </p:cNvPr>
          <p:cNvSpPr>
            <a:spLocks xmlns:a="http://schemas.openxmlformats.org/drawingml/2006/main" noGrp="1"/>
          </p:cNvSpPr>
          <p:nvPr/>
        </p:nvSpPr>
        <p:spPr>
          <a:xfrm xmlns:a="http://schemas.openxmlformats.org/drawingml/2006/main">
            <a:off x="5619750" y="2590800"/>
            <a:ext cx="3048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6600" b="0" i="0">
                <a:solidFill>
                  <a:srgbClr val="171613"/>
                </a:solidFill>
                <a:latin typeface="Yu Mincho"/>
                <a:ea typeface="Yu Mincho"/>
                <a:cs typeface="Yu Mincho"/>
              </a:defRPr>
            </a:pPr>
            <a:r>
              <a:rPr sz="6600" b="0" i="0">
                <a:solidFill>
                  <a:srgbClr val="171613"/>
                </a:solidFill>
                <a:latin typeface="Yu Mincho"/>
                <a:ea typeface="Yu Mincho"/>
                <a:cs typeface="Yu Mincho"/>
              </a:rPr>
              <a:t>33.1°</a:t>
            </a:r>
          </a:p>
        </p:txBody>
      </p:sp>
      <p:sp>
        <p:nvSpPr>
          <p:cNvPr id="9" name="text-cjqdhsf">
            <a:extLst xmlns:a="http://schemas.openxmlformats.org/drawingml/2006/main">
              <a:ext uri="{FF2B5EF4-FFF2-40B4-BE49-F238E27FC236}">
                <a16:creationId xmlns:a16="http://schemas.microsoft.com/office/drawing/2014/main" id="{39AE6910-2CA7-4E3D-8070-E44DC79E8890}"/>
              </a:ext>
            </a:extLst>
          </p:cNvPr>
          <p:cNvSpPr>
            <a:spLocks xmlns:a="http://schemas.openxmlformats.org/drawingml/2006/main" noGrp="1"/>
          </p:cNvSpPr>
          <p:nvPr/>
        </p:nvSpPr>
        <p:spPr>
          <a:xfrm xmlns:a="http://schemas.openxmlformats.org/drawingml/2006/main">
            <a:off x="8667750" y="3028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75" b="1" i="0">
                <a:solidFill>
                  <a:srgbClr val="D84A32"/>
                </a:solidFill>
                <a:latin typeface="Consolas"/>
                <a:ea typeface="Consolas"/>
                <a:cs typeface="Consolas"/>
              </a:defRPr>
            </a:pPr>
            <a:r>
              <a:rPr sz="975" b="1" i="0">
                <a:solidFill>
                  <a:srgbClr val="D84A32"/>
                </a:solidFill>
                <a:latin typeface="Consolas"/>
                <a:ea typeface="Consolas"/>
                <a:cs typeface="Consolas"/>
              </a:rPr>
              <a:t>CLOUDY</a:t>
            </a:r>
          </a:p>
        </p:txBody>
      </p:sp>
      <p:sp>
        <p:nvSpPr>
          <p:cNvPr id="10" name="line-596-414-552">
            <a:extLst xmlns:a="http://schemas.openxmlformats.org/drawingml/2006/main">
              <a:ext uri="{FF2B5EF4-FFF2-40B4-BE49-F238E27FC236}">
                <a16:creationId xmlns:a16="http://schemas.microsoft.com/office/drawing/2014/main" id="{29981D97-E219-4F2C-A80F-2F4CDF3EDA3D}"/>
              </a:ext>
            </a:extLst>
          </p:cNvPr>
          <p:cNvSpPr>
            <a:spLocks xmlns:a="http://schemas.openxmlformats.org/drawingml/2006/main" noGrp="1"/>
          </p:cNvSpPr>
          <p:nvPr/>
        </p:nvSpPr>
        <p:spPr>
          <a:xfrm xmlns:a="http://schemas.openxmlformats.org/drawingml/2006/main">
            <a:off x="5676900" y="3943350"/>
            <a:ext cx="5257800" cy="9525"/>
          </a:xfrm>
          <a:prstGeom xmlns:a="http://schemas.openxmlformats.org/drawingml/2006/main" prst="rect">
            <a:avLst/>
          </a:prstGeom>
          <a:solidFill xmlns:a="http://schemas.openxmlformats.org/drawingml/2006/main">
            <a:srgbClr val="171613"/>
          </a:solidFill>
          <a:ln xmlns:a="http://schemas.openxmlformats.org/drawingml/2006/main" w="0">
            <a:noFill/>
            <a:prstDash val="solid"/>
          </a:ln>
        </p:spPr>
      </p:sp>
      <p:sp>
        <p:nvSpPr>
          <p:cNvPr id="11" name="text-ogiqyjq">
            <a:extLst xmlns:a="http://schemas.openxmlformats.org/drawingml/2006/main">
              <a:ext uri="{FF2B5EF4-FFF2-40B4-BE49-F238E27FC236}">
                <a16:creationId xmlns:a16="http://schemas.microsoft.com/office/drawing/2014/main" id="{64B55378-996F-4465-94FC-32BF4D2C1464}"/>
              </a:ext>
            </a:extLst>
          </p:cNvPr>
          <p:cNvSpPr>
            <a:spLocks xmlns:a="http://schemas.openxmlformats.org/drawingml/2006/main" noGrp="1"/>
          </p:cNvSpPr>
          <p:nvPr/>
        </p:nvSpPr>
        <p:spPr>
          <a:xfrm xmlns:a="http://schemas.openxmlformats.org/drawingml/2006/main">
            <a:off x="5695950" y="4191000"/>
            <a:ext cx="49530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0000"/>
              </a:lnSpc>
              <a:buNone/>
              <a:defRPr sz="1650" b="0" i="0">
                <a:solidFill>
                  <a:srgbClr val="4D4942"/>
                </a:solidFill>
                <a:latin typeface="Yu Mincho"/>
                <a:ea typeface="Yu Mincho"/>
                <a:cs typeface="Yu Mincho"/>
              </a:defRPr>
            </a:pPr>
            <a:r>
              <a:rPr sz="1650" b="0" i="0">
                <a:solidFill>
                  <a:srgbClr val="4D4942"/>
                </a:solidFill>
                <a:latin typeface="Yu Mincho"/>
                <a:ea typeface="Yu Mincho"/>
                <a:cs typeface="Yu Mincho"/>
              </a:rPr>
              <a:t>Breathable clothing and water.</a:t>
            </a:r>
          </a:p>
          <a:p xmlns:a="http://schemas.openxmlformats.org/drawingml/2006/main">
            <a:pPr algn="l">
              <a:lnSpc>
                <a:spcPct val="120000"/>
              </a:lnSpc>
              <a:buNone/>
              <a:defRPr sz="1650" b="0" i="0">
                <a:solidFill>
                  <a:srgbClr val="4D4942"/>
                </a:solidFill>
                <a:latin typeface="Yu Mincho"/>
                <a:ea typeface="Yu Mincho"/>
                <a:cs typeface="Yu Mincho"/>
              </a:defRPr>
            </a:pPr>
            <a:r>
              <a:rPr sz="1650" b="0" i="0">
                <a:solidFill>
                  <a:srgbClr val="4D4942"/>
                </a:solidFill>
                <a:latin typeface="Yu Mincho"/>
                <a:ea typeface="Yu Mincho"/>
                <a:cs typeface="Yu Mincho"/>
              </a:rPr>
              <a:t>Good conditions for errands or a short walk.</a:t>
            </a:r>
          </a:p>
        </p:txBody>
      </p:sp>
      <p:sp>
        <p:nvSpPr>
          <p:cNvPr id="12" name="text-7k2fn1j">
            <a:extLst xmlns:a="http://schemas.openxmlformats.org/drawingml/2006/main">
              <a:ext uri="{FF2B5EF4-FFF2-40B4-BE49-F238E27FC236}">
                <a16:creationId xmlns:a16="http://schemas.microsoft.com/office/drawing/2014/main" id="{EDBA5948-F68A-49B5-A6E0-7730F592623F}"/>
              </a:ext>
            </a:extLst>
          </p:cNvPr>
          <p:cNvSpPr>
            <a:spLocks xmlns:a="http://schemas.openxmlformats.org/drawingml/2006/main" noGrp="1"/>
          </p:cNvSpPr>
          <p:nvPr/>
        </p:nvSpPr>
        <p:spPr>
          <a:xfrm xmlns:a="http://schemas.openxmlformats.org/drawingml/2006/main">
            <a:off x="5676900" y="5467350"/>
            <a:ext cx="8763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750" b="1" i="0">
                <a:solidFill>
                  <a:srgbClr val="7D776D"/>
                </a:solidFill>
                <a:latin typeface="Consolas"/>
                <a:ea typeface="Consolas"/>
                <a:cs typeface="Consolas"/>
              </a:defRPr>
            </a:pPr>
            <a:r>
              <a:rPr sz="750" b="1" i="0">
                <a:solidFill>
                  <a:srgbClr val="7D776D"/>
                </a:solidFill>
                <a:latin typeface="Consolas"/>
                <a:ea typeface="Consolas"/>
                <a:cs typeface="Consolas"/>
              </a:rPr>
              <a:t>COUNTRY</a:t>
            </a:r>
          </a:p>
        </p:txBody>
      </p:sp>
      <p:sp>
        <p:nvSpPr>
          <p:cNvPr id="13" name="text-033515j">
            <a:extLst xmlns:a="http://schemas.openxmlformats.org/drawingml/2006/main">
              <a:ext uri="{FF2B5EF4-FFF2-40B4-BE49-F238E27FC236}">
                <a16:creationId xmlns:a16="http://schemas.microsoft.com/office/drawing/2014/main" id="{09B53A8A-F8D9-4609-91C3-F2F7AF433F95}"/>
              </a:ext>
            </a:extLst>
          </p:cNvPr>
          <p:cNvSpPr>
            <a:spLocks xmlns:a="http://schemas.openxmlformats.org/drawingml/2006/main" noGrp="1"/>
          </p:cNvSpPr>
          <p:nvPr/>
        </p:nvSpPr>
        <p:spPr>
          <a:xfrm xmlns:a="http://schemas.openxmlformats.org/drawingml/2006/main">
            <a:off x="5676900" y="569595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75" b="1" i="0">
                <a:solidFill>
                  <a:srgbClr val="171613"/>
                </a:solidFill>
                <a:latin typeface="Yu Gothic"/>
                <a:ea typeface="Yu Gothic"/>
                <a:cs typeface="Yu Gothic"/>
              </a:defRPr>
            </a:pPr>
            <a:r>
              <a:rPr sz="1275" b="1" i="0">
                <a:solidFill>
                  <a:srgbClr val="171613"/>
                </a:solidFill>
                <a:latin typeface="Yu Gothic"/>
                <a:ea typeface="Yu Gothic"/>
                <a:cs typeface="Yu Gothic"/>
              </a:rPr>
              <a:t>Japan</a:t>
            </a:r>
          </a:p>
        </p:txBody>
      </p:sp>
      <p:sp>
        <p:nvSpPr>
          <p:cNvPr id="14" name="text-rt67fho">
            <a:extLst xmlns:a="http://schemas.openxmlformats.org/drawingml/2006/main">
              <a:ext uri="{FF2B5EF4-FFF2-40B4-BE49-F238E27FC236}">
                <a16:creationId xmlns:a16="http://schemas.microsoft.com/office/drawing/2014/main" id="{105D161D-0339-464D-9FA1-DBC3B4EE8C6F}"/>
              </a:ext>
            </a:extLst>
          </p:cNvPr>
          <p:cNvSpPr>
            <a:spLocks xmlns:a="http://schemas.openxmlformats.org/drawingml/2006/main" noGrp="1"/>
          </p:cNvSpPr>
          <p:nvPr/>
        </p:nvSpPr>
        <p:spPr>
          <a:xfrm xmlns:a="http://schemas.openxmlformats.org/drawingml/2006/main">
            <a:off x="7581900" y="54673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750" b="1" i="0">
                <a:solidFill>
                  <a:srgbClr val="7D776D"/>
                </a:solidFill>
                <a:latin typeface="Consolas"/>
                <a:ea typeface="Consolas"/>
                <a:cs typeface="Consolas"/>
              </a:defRPr>
            </a:pPr>
            <a:r>
              <a:rPr sz="750" b="1" i="0">
                <a:solidFill>
                  <a:srgbClr val="7D776D"/>
                </a:solidFill>
                <a:latin typeface="Consolas"/>
                <a:ea typeface="Consolas"/>
                <a:cs typeface="Consolas"/>
              </a:rPr>
              <a:t>CITY</a:t>
            </a:r>
          </a:p>
        </p:txBody>
      </p:sp>
      <p:sp>
        <p:nvSpPr>
          <p:cNvPr id="15" name="text-0ryo83t">
            <a:extLst xmlns:a="http://schemas.openxmlformats.org/drawingml/2006/main">
              <a:ext uri="{FF2B5EF4-FFF2-40B4-BE49-F238E27FC236}">
                <a16:creationId xmlns:a16="http://schemas.microsoft.com/office/drawing/2014/main" id="{419773D8-3C7E-45C0-AEA7-AF989F4B2F4E}"/>
              </a:ext>
            </a:extLst>
          </p:cNvPr>
          <p:cNvSpPr>
            <a:spLocks xmlns:a="http://schemas.openxmlformats.org/drawingml/2006/main" noGrp="1"/>
          </p:cNvSpPr>
          <p:nvPr/>
        </p:nvSpPr>
        <p:spPr>
          <a:xfrm xmlns:a="http://schemas.openxmlformats.org/drawingml/2006/main">
            <a:off x="7581900" y="5695950"/>
            <a:ext cx="1524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75" b="1" i="0">
                <a:solidFill>
                  <a:srgbClr val="171613"/>
                </a:solidFill>
                <a:latin typeface="Yu Gothic"/>
                <a:ea typeface="Yu Gothic"/>
                <a:cs typeface="Yu Gothic"/>
              </a:defRPr>
            </a:pPr>
            <a:r>
              <a:rPr sz="1275" b="1" i="0">
                <a:solidFill>
                  <a:srgbClr val="171613"/>
                </a:solidFill>
                <a:latin typeface="Yu Gothic"/>
                <a:ea typeface="Yu Gothic"/>
                <a:cs typeface="Yu Gothic"/>
              </a:rPr>
              <a:t>Kyoto</a:t>
            </a:r>
          </a:p>
        </p:txBody>
      </p:sp>
      <p:sp>
        <p:nvSpPr>
          <p:cNvPr id="16" name="text-1c5pcog">
            <a:extLst xmlns:a="http://schemas.openxmlformats.org/drawingml/2006/main">
              <a:ext uri="{FF2B5EF4-FFF2-40B4-BE49-F238E27FC236}">
                <a16:creationId xmlns:a16="http://schemas.microsoft.com/office/drawing/2014/main" id="{354AD78D-14B7-4DE3-BF23-353AE6464BF3}"/>
              </a:ext>
            </a:extLst>
          </p:cNvPr>
          <p:cNvSpPr>
            <a:spLocks xmlns:a="http://schemas.openxmlformats.org/drawingml/2006/main" noGrp="1"/>
          </p:cNvSpPr>
          <p:nvPr/>
        </p:nvSpPr>
        <p:spPr>
          <a:xfrm xmlns:a="http://schemas.openxmlformats.org/drawingml/2006/main">
            <a:off x="9886950" y="5581650"/>
            <a:ext cx="1047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lnSpc>
                <a:spcPct val="104000"/>
              </a:lnSpc>
              <a:buNone/>
              <a:defRPr sz="900" b="1" i="0">
                <a:solidFill>
                  <a:srgbClr val="FBF8F1"/>
                </a:solidFill>
                <a:latin typeface="Consolas"/>
                <a:ea typeface="Consolas"/>
                <a:cs typeface="Consolas"/>
              </a:defRPr>
            </a:pPr>
            <a:r>
              <a:rPr sz="900" b="1" i="0">
                <a:solidFill>
                  <a:srgbClr val="FBF8F1"/>
                </a:solidFill>
                <a:latin typeface="Consolas"/>
                <a:ea typeface="Consolas"/>
                <a:cs typeface="Consolas"/>
              </a:rPr>
              <a:t>SEARCH</a:t>
            </a:r>
          </a:p>
        </p:txBody>
      </p:sp>
      <p:sp>
        <p:nvSpPr>
          <p:cNvPr id="17" name="search-button">
            <a:extLst xmlns:a="http://schemas.openxmlformats.org/drawingml/2006/main">
              <a:ext uri="{FF2B5EF4-FFF2-40B4-BE49-F238E27FC236}">
                <a16:creationId xmlns:a16="http://schemas.microsoft.com/office/drawing/2014/main" id="{E101D902-4BE9-46FC-8089-F2D6913CD4BF}"/>
              </a:ext>
            </a:extLst>
          </p:cNvPr>
          <p:cNvSpPr>
            <a:spLocks xmlns:a="http://schemas.openxmlformats.org/drawingml/2006/main" noGrp="1"/>
          </p:cNvSpPr>
          <p:nvPr/>
        </p:nvSpPr>
        <p:spPr>
          <a:xfrm xmlns:a="http://schemas.openxmlformats.org/drawingml/2006/main">
            <a:off x="9791700" y="5505450"/>
            <a:ext cx="1238250" cy="419100"/>
          </a:xfrm>
          <a:prstGeom xmlns:a="http://schemas.openxmlformats.org/drawingml/2006/main" prst="rect">
            <a:avLst/>
          </a:prstGeom>
          <a:solidFill xmlns:a="http://schemas.openxmlformats.org/drawingml/2006/main">
            <a:srgbClr val="171613"/>
          </a:solidFill>
          <a:ln xmlns:a="http://schemas.openxmlformats.org/drawingml/2006/main" w="0">
            <a:noFill/>
            <a:prstDash val="solid"/>
          </a:ln>
        </p:spPr>
      </p:sp>
      <p:sp>
        <p:nvSpPr>
          <p:cNvPr id="18" name="text-1s3haj0">
            <a:extLst xmlns:a="http://schemas.openxmlformats.org/drawingml/2006/main">
              <a:ext uri="{FF2B5EF4-FFF2-40B4-BE49-F238E27FC236}">
                <a16:creationId xmlns:a16="http://schemas.microsoft.com/office/drawing/2014/main" id="{3C37C1A6-868F-4D29-B2FF-10524381D290}"/>
              </a:ext>
            </a:extLst>
          </p:cNvPr>
          <p:cNvSpPr>
            <a:spLocks xmlns:a="http://schemas.openxmlformats.org/drawingml/2006/main" noGrp="1"/>
          </p:cNvSpPr>
          <p:nvPr/>
        </p:nvSpPr>
        <p:spPr>
          <a:xfrm xmlns:a="http://schemas.openxmlformats.org/drawingml/2006/main">
            <a:off x="9791700" y="5619750"/>
            <a:ext cx="1238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825" b="1" i="0">
                <a:solidFill>
                  <a:srgbClr val="FBF8F1"/>
                </a:solidFill>
                <a:latin typeface="Consolas"/>
                <a:ea typeface="Consolas"/>
                <a:cs typeface="Consolas"/>
              </a:defRPr>
            </a:pPr>
            <a:r>
              <a:rPr sz="825" b="1" i="0">
                <a:solidFill>
                  <a:srgbClr val="FBF8F1"/>
                </a:solidFill>
                <a:latin typeface="Consolas"/>
                <a:ea typeface="Consolas"/>
                <a:cs typeface="Consolas"/>
              </a:rPr>
              <a:t>SEARCH</a:t>
            </a:r>
          </a:p>
        </p:txBody>
      </p:sp>
      <p:sp>
        <p:nvSpPr>
          <p:cNvPr id="19" name="text-8urt7ei">
            <a:extLst xmlns:a="http://schemas.openxmlformats.org/drawingml/2006/main">
              <a:ext uri="{FF2B5EF4-FFF2-40B4-BE49-F238E27FC236}">
                <a16:creationId xmlns:a16="http://schemas.microsoft.com/office/drawing/2014/main" id="{0D53A639-269D-4B7E-BF06-0F3871AC45C3}"/>
              </a:ext>
            </a:extLst>
          </p:cNvPr>
          <p:cNvSpPr>
            <a:spLocks xmlns:a="http://schemas.openxmlformats.org/drawingml/2006/main" noGrp="1"/>
          </p:cNvSpPr>
          <p:nvPr/>
        </p:nvSpPr>
        <p:spPr>
          <a:xfrm xmlns:a="http://schemas.openxmlformats.org/drawingml/2006/main">
            <a:off x="5657850" y="6191250"/>
            <a:ext cx="5334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CURRENT CONDITIONS / 2026.07.24 / ASIA-TOKYO</a:t>
            </a:r>
          </a:p>
        </p:txBody>
      </p:sp>
    </p:spTree>
    <p:extLst>
      <p:ext uri="{BB962C8B-B14F-4D97-AF65-F5344CB8AC3E}">
        <p14:creationId xmlns:p14="http://schemas.microsoft.com/office/powerpoint/2010/main" val="2016453021"/>
      </p:ext>
    </p:extLst>
  </p:cSld>
</p:sld>
</file>

<file path=ppt/slides/slide5.xml><?xml version="1.0" encoding="utf-8"?>
<p:sld xmlns:p="http://schemas.openxmlformats.org/presentationml/2006/main">
  <p:cSld>
    <p:bg>
      <p:bgPr>
        <a:solidFill xmlns:a="http://schemas.openxmlformats.org/drawingml/2006/main">
          <a:srgbClr val="FBF8F1"/>
        </a:solidFill>
      </p:bgPr>
    </p:bg>
    <p:spTree>
      <p:nvGrpSpPr>
        <p:cNvPr id="1" name=""/>
        <p:cNvGrpSpPr/>
        <p:nvPr/>
      </p:nvGrpSpPr>
      <p:grpSpPr>
        <a:xfrm xmlns:a="http://schemas.openxmlformats.org/drawingml/2006/main"/>
      </p:grpSpPr>
      <p:sp>
        <p:nvSpPr>
          <p:cNvPr id="21" name="line-48-38-28">
            <a:extLst xmlns:a="http://schemas.openxmlformats.org/drawingml/2006/main">
              <a:ext uri="{FF2B5EF4-FFF2-40B4-BE49-F238E27FC236}">
                <a16:creationId xmlns:a16="http://schemas.microsoft.com/office/drawing/2014/main" id="{362CDE06-6E21-46B8-AC8B-021A5C892C4D}"/>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 name="text-fmihw16">
            <a:extLst xmlns:a="http://schemas.openxmlformats.org/drawingml/2006/main">
              <a:ext uri="{FF2B5EF4-FFF2-40B4-BE49-F238E27FC236}">
                <a16:creationId xmlns:a16="http://schemas.microsoft.com/office/drawing/2014/main" id="{A6819C4C-135E-4DAA-A6F2-69C396117FE7}"/>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171613"/>
                </a:solidFill>
                <a:latin typeface="Consolas"/>
                <a:ea typeface="Consolas"/>
                <a:cs typeface="Consolas"/>
              </a:defRPr>
            </a:pPr>
            <a:r>
              <a:rPr sz="825" b="1" i="0">
                <a:solidFill>
                  <a:srgbClr val="171613"/>
                </a:solidFill>
                <a:latin typeface="Consolas"/>
                <a:ea typeface="Consolas"/>
                <a:cs typeface="Consolas"/>
              </a:rPr>
              <a:t>EXTERNAL SERVICES</a:t>
            </a:r>
          </a:p>
        </p:txBody>
      </p:sp>
      <p:sp>
        <p:nvSpPr>
          <p:cNvPr id="3" name="text-x5zo9to">
            <a:extLst xmlns:a="http://schemas.openxmlformats.org/drawingml/2006/main">
              <a:ext uri="{FF2B5EF4-FFF2-40B4-BE49-F238E27FC236}">
                <a16:creationId xmlns:a16="http://schemas.microsoft.com/office/drawing/2014/main" id="{5F0B29CF-D56D-4167-8AE6-AB6511F2D50F}"/>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05</a:t>
            </a:r>
          </a:p>
        </p:txBody>
      </p:sp>
      <p:sp>
        <p:nvSpPr>
          <p:cNvPr id="4" name="text-bnc94n5">
            <a:extLst xmlns:a="http://schemas.openxmlformats.org/drawingml/2006/main">
              <a:ext uri="{FF2B5EF4-FFF2-40B4-BE49-F238E27FC236}">
                <a16:creationId xmlns:a16="http://schemas.microsoft.com/office/drawing/2014/main" id="{AB48DE1D-9A52-412A-B657-48CC9F5CCFC0}"/>
              </a:ext>
            </a:extLst>
          </p:cNvPr>
          <p:cNvSpPr>
            <a:spLocks xmlns:a="http://schemas.openxmlformats.org/drawingml/2006/main" noGrp="1"/>
          </p:cNvSpPr>
          <p:nvPr/>
        </p:nvSpPr>
        <p:spPr>
          <a:xfrm xmlns:a="http://schemas.openxmlformats.org/drawingml/2006/main">
            <a:off x="495300" y="666750"/>
            <a:ext cx="723900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225" b="0" i="0">
                <a:solidFill>
                  <a:srgbClr val="171613"/>
                </a:solidFill>
                <a:latin typeface="Yu Mincho"/>
                <a:ea typeface="Yu Mincho"/>
                <a:cs typeface="Yu Mincho"/>
              </a:defRPr>
            </a:pPr>
            <a:r>
              <a:rPr sz="3225" b="0" i="0">
                <a:solidFill>
                  <a:srgbClr val="171613"/>
                </a:solidFill>
                <a:latin typeface="Yu Mincho"/>
                <a:ea typeface="Yu Mincho"/>
                <a:cs typeface="Yu Mincho"/>
              </a:rPr>
              <a:t>Two external services return</a:t>
            </a:r>
          </a:p>
          <a:p xmlns:a="http://schemas.openxmlformats.org/drawingml/2006/main">
            <a:pPr algn="l">
              <a:lnSpc>
                <a:spcPct val="96000"/>
              </a:lnSpc>
              <a:buNone/>
              <a:defRPr sz="3225" b="0" i="0">
                <a:solidFill>
                  <a:srgbClr val="171613"/>
                </a:solidFill>
                <a:latin typeface="Yu Mincho"/>
                <a:ea typeface="Yu Mincho"/>
                <a:cs typeface="Yu Mincho"/>
              </a:defRPr>
            </a:pPr>
            <a:r>
              <a:rPr sz="3225" b="0" i="0">
                <a:solidFill>
                  <a:srgbClr val="171613"/>
                </a:solidFill>
                <a:latin typeface="Yu Mincho"/>
                <a:ea typeface="Yu Mincho"/>
                <a:cs typeface="Yu Mincho"/>
              </a:rPr>
              <a:t>one human answer.</a:t>
            </a:r>
          </a:p>
        </p:txBody>
      </p:sp>
      <p:sp>
        <p:nvSpPr>
          <p:cNvPr id="5" name="text-ubq5w78">
            <a:extLst xmlns:a="http://schemas.openxmlformats.org/drawingml/2006/main">
              <a:ext uri="{FF2B5EF4-FFF2-40B4-BE49-F238E27FC236}">
                <a16:creationId xmlns:a16="http://schemas.microsoft.com/office/drawing/2014/main" id="{2BBF880B-EACB-4D46-9DD2-36313CD84EF0}"/>
              </a:ext>
            </a:extLst>
          </p:cNvPr>
          <p:cNvSpPr>
            <a:spLocks xmlns:a="http://schemas.openxmlformats.org/drawingml/2006/main" noGrp="1"/>
          </p:cNvSpPr>
          <p:nvPr/>
        </p:nvSpPr>
        <p:spPr>
          <a:xfrm xmlns:a="http://schemas.openxmlformats.org/drawingml/2006/main">
            <a:off x="552450" y="2000250"/>
            <a:ext cx="5143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00" b="0" i="1">
                <a:solidFill>
                  <a:srgbClr val="4D4942"/>
                </a:solidFill>
                <a:latin typeface="Yu Mincho"/>
                <a:ea typeface="Yu Mincho"/>
                <a:cs typeface="Yu Mincho"/>
              </a:defRPr>
            </a:pPr>
            <a:r>
              <a:rPr sz="1500" b="0" i="1">
                <a:solidFill>
                  <a:srgbClr val="4D4942"/>
                </a:solidFill>
                <a:latin typeface="Yu Mincho"/>
                <a:ea typeface="Yu Mincho"/>
                <a:cs typeface="Yu Mincho"/>
              </a:rPr>
              <a:t>The backend hides the choreography.</a:t>
            </a:r>
          </a:p>
        </p:txBody>
      </p:sp>
      <p:sp>
        <p:nvSpPr>
          <p:cNvPr id="6" name="line-212-382-224">
            <a:extLst xmlns:a="http://schemas.openxmlformats.org/drawingml/2006/main">
              <a:ext uri="{FF2B5EF4-FFF2-40B4-BE49-F238E27FC236}">
                <a16:creationId xmlns:a16="http://schemas.microsoft.com/office/drawing/2014/main" id="{741E6428-E769-4AD0-98DE-CDFADB37A3FC}"/>
              </a:ext>
            </a:extLst>
          </p:cNvPr>
          <p:cNvSpPr>
            <a:spLocks xmlns:a="http://schemas.openxmlformats.org/drawingml/2006/main" noGrp="1"/>
          </p:cNvSpPr>
          <p:nvPr/>
        </p:nvSpPr>
        <p:spPr>
          <a:xfrm xmlns:a="http://schemas.openxmlformats.org/drawingml/2006/main">
            <a:off x="2019300" y="3638550"/>
            <a:ext cx="21336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7" name="text-mndx3oi">
            <a:extLst xmlns:a="http://schemas.openxmlformats.org/drawingml/2006/main">
              <a:ext uri="{FF2B5EF4-FFF2-40B4-BE49-F238E27FC236}">
                <a16:creationId xmlns:a16="http://schemas.microsoft.com/office/drawing/2014/main" id="{2DFB716A-BA4A-4A18-8EAA-F48F5227CF19}"/>
              </a:ext>
            </a:extLst>
          </p:cNvPr>
          <p:cNvSpPr>
            <a:spLocks xmlns:a="http://schemas.openxmlformats.org/drawingml/2006/main" noGrp="1"/>
          </p:cNvSpPr>
          <p:nvPr/>
        </p:nvSpPr>
        <p:spPr>
          <a:xfrm xmlns:a="http://schemas.openxmlformats.org/drawingml/2006/main">
            <a:off x="3943350" y="3371850"/>
            <a:ext cx="533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3150" b="0" i="0">
                <a:solidFill>
                  <a:srgbClr val="D84A32"/>
                </a:solidFill>
                <a:latin typeface="Yu Mincho"/>
                <a:ea typeface="Yu Mincho"/>
                <a:cs typeface="Yu Mincho"/>
              </a:defRPr>
            </a:pPr>
            <a:r>
              <a:rPr sz="3150" b="0" i="0">
                <a:solidFill>
                  <a:srgbClr val="D84A32"/>
                </a:solidFill>
                <a:latin typeface="Yu Mincho"/>
                <a:ea typeface="Yu Mincho"/>
                <a:cs typeface="Yu Mincho"/>
              </a:rPr>
              <a:t>→</a:t>
            </a:r>
          </a:p>
        </p:txBody>
      </p:sp>
      <p:sp>
        <p:nvSpPr>
          <p:cNvPr id="8" name="line-832-382-198">
            <a:extLst xmlns:a="http://schemas.openxmlformats.org/drawingml/2006/main">
              <a:ext uri="{FF2B5EF4-FFF2-40B4-BE49-F238E27FC236}">
                <a16:creationId xmlns:a16="http://schemas.microsoft.com/office/drawing/2014/main" id="{6C09FB3F-0447-46B7-A346-F6BF5817CD22}"/>
              </a:ext>
            </a:extLst>
          </p:cNvPr>
          <p:cNvSpPr>
            <a:spLocks xmlns:a="http://schemas.openxmlformats.org/drawingml/2006/main" noGrp="1"/>
          </p:cNvSpPr>
          <p:nvPr/>
        </p:nvSpPr>
        <p:spPr>
          <a:xfrm xmlns:a="http://schemas.openxmlformats.org/drawingml/2006/main">
            <a:off x="7924800" y="3638550"/>
            <a:ext cx="188595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9" name="text-um0ddk1">
            <a:extLst xmlns:a="http://schemas.openxmlformats.org/drawingml/2006/main">
              <a:ext uri="{FF2B5EF4-FFF2-40B4-BE49-F238E27FC236}">
                <a16:creationId xmlns:a16="http://schemas.microsoft.com/office/drawing/2014/main" id="{15E4A40F-8D04-46BF-9E1D-71DF4E002DFD}"/>
              </a:ext>
            </a:extLst>
          </p:cNvPr>
          <p:cNvSpPr>
            <a:spLocks xmlns:a="http://schemas.openxmlformats.org/drawingml/2006/main" noGrp="1"/>
          </p:cNvSpPr>
          <p:nvPr/>
        </p:nvSpPr>
        <p:spPr>
          <a:xfrm xmlns:a="http://schemas.openxmlformats.org/drawingml/2006/main">
            <a:off x="7562850" y="3371850"/>
            <a:ext cx="5334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3150" b="0" i="0">
                <a:solidFill>
                  <a:srgbClr val="D84A32"/>
                </a:solidFill>
                <a:latin typeface="Yu Mincho"/>
                <a:ea typeface="Yu Mincho"/>
                <a:cs typeface="Yu Mincho"/>
              </a:defRPr>
            </a:pPr>
            <a:r>
              <a:rPr sz="3150" b="0" i="0">
                <a:solidFill>
                  <a:srgbClr val="D84A32"/>
                </a:solidFill>
                <a:latin typeface="Yu Mincho"/>
                <a:ea typeface="Yu Mincho"/>
                <a:cs typeface="Yu Mincho"/>
              </a:rPr>
              <a:t>←</a:t>
            </a:r>
          </a:p>
        </p:txBody>
      </p:sp>
      <p:sp>
        <p:nvSpPr>
          <p:cNvPr id="10" name="text-5kqd397">
            <a:extLst xmlns:a="http://schemas.openxmlformats.org/drawingml/2006/main">
              <a:ext uri="{FF2B5EF4-FFF2-40B4-BE49-F238E27FC236}">
                <a16:creationId xmlns:a16="http://schemas.microsoft.com/office/drawing/2014/main" id="{317F41C0-D8EA-4DBA-9F80-3B2AC2A97F65}"/>
              </a:ext>
            </a:extLst>
          </p:cNvPr>
          <p:cNvSpPr>
            <a:spLocks xmlns:a="http://schemas.openxmlformats.org/drawingml/2006/main" noGrp="1"/>
          </p:cNvSpPr>
          <p:nvPr/>
        </p:nvSpPr>
        <p:spPr>
          <a:xfrm xmlns:a="http://schemas.openxmlformats.org/drawingml/2006/main">
            <a:off x="533400" y="29527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75" b="1" i="0">
                <a:solidFill>
                  <a:srgbClr val="171613"/>
                </a:solidFill>
                <a:latin typeface="Consolas"/>
                <a:ea typeface="Consolas"/>
                <a:cs typeface="Consolas"/>
              </a:defRPr>
            </a:pPr>
            <a:r>
              <a:rPr sz="1275" b="1" i="0">
                <a:solidFill>
                  <a:srgbClr val="171613"/>
                </a:solidFill>
                <a:latin typeface="Consolas"/>
                <a:ea typeface="Consolas"/>
                <a:cs typeface="Consolas"/>
              </a:rPr>
              <a:t>REST COUNTRIES</a:t>
            </a:r>
          </a:p>
        </p:txBody>
      </p:sp>
      <p:sp>
        <p:nvSpPr>
          <p:cNvPr id="11" name="text-aatjdr2">
            <a:extLst xmlns:a="http://schemas.openxmlformats.org/drawingml/2006/main">
              <a:ext uri="{FF2B5EF4-FFF2-40B4-BE49-F238E27FC236}">
                <a16:creationId xmlns:a16="http://schemas.microsoft.com/office/drawing/2014/main" id="{069AF66B-ED32-415D-AA5B-837CC0FD8B11}"/>
              </a:ext>
            </a:extLst>
          </p:cNvPr>
          <p:cNvSpPr>
            <a:spLocks xmlns:a="http://schemas.openxmlformats.org/drawingml/2006/main" noGrp="1"/>
          </p:cNvSpPr>
          <p:nvPr/>
        </p:nvSpPr>
        <p:spPr>
          <a:xfrm xmlns:a="http://schemas.openxmlformats.org/drawingml/2006/main">
            <a:off x="552450" y="3371850"/>
            <a:ext cx="190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8000"/>
              </a:lnSpc>
              <a:buNone/>
              <a:defRPr sz="1500" b="0" i="0">
                <a:solidFill>
                  <a:srgbClr val="4D4942"/>
                </a:solidFill>
                <a:latin typeface="Yu Mincho"/>
                <a:ea typeface="Yu Mincho"/>
                <a:cs typeface="Yu Mincho"/>
              </a:defRPr>
            </a:pPr>
            <a:r>
              <a:rPr sz="1500" b="0" i="0">
                <a:solidFill>
                  <a:srgbClr val="4D4942"/>
                </a:solidFill>
                <a:latin typeface="Yu Mincho"/>
                <a:ea typeface="Yu Mincho"/>
                <a:cs typeface="Yu Mincho"/>
              </a:rPr>
              <a:t>country name</a:t>
            </a:r>
          </a:p>
          <a:p xmlns:a="http://schemas.openxmlformats.org/drawingml/2006/main">
            <a:pPr algn="l">
              <a:lnSpc>
                <a:spcPct val="128000"/>
              </a:lnSpc>
              <a:buNone/>
              <a:defRPr sz="1500" b="0" i="0">
                <a:solidFill>
                  <a:srgbClr val="4D4942"/>
                </a:solidFill>
                <a:latin typeface="Yu Mincho"/>
                <a:ea typeface="Yu Mincho"/>
                <a:cs typeface="Yu Mincho"/>
              </a:defRPr>
            </a:pPr>
            <a:r>
              <a:rPr sz="1500" b="0" i="0">
                <a:solidFill>
                  <a:srgbClr val="4D4942"/>
                </a:solidFill>
                <a:latin typeface="Yu Mincho"/>
                <a:ea typeface="Yu Mincho"/>
                <a:cs typeface="Yu Mincho"/>
              </a:rPr>
              <a:t>population</a:t>
            </a:r>
          </a:p>
          <a:p xmlns:a="http://schemas.openxmlformats.org/drawingml/2006/main">
            <a:pPr algn="l">
              <a:lnSpc>
                <a:spcPct val="128000"/>
              </a:lnSpc>
              <a:buNone/>
              <a:defRPr sz="1500" b="0" i="0">
                <a:solidFill>
                  <a:srgbClr val="4D4942"/>
                </a:solidFill>
                <a:latin typeface="Yu Mincho"/>
                <a:ea typeface="Yu Mincho"/>
                <a:cs typeface="Yu Mincho"/>
              </a:defRPr>
            </a:pPr>
            <a:r>
              <a:rPr sz="1500" b="0" i="0">
                <a:solidFill>
                  <a:srgbClr val="4D4942"/>
                </a:solidFill>
                <a:latin typeface="Yu Mincho"/>
                <a:ea typeface="Yu Mincho"/>
                <a:cs typeface="Yu Mincho"/>
              </a:rPr>
              <a:t>region</a:t>
            </a:r>
          </a:p>
        </p:txBody>
      </p:sp>
      <p:sp>
        <p:nvSpPr>
          <p:cNvPr id="12" name="frame-Today service response">
            <a:extLst xmlns:a="http://schemas.openxmlformats.org/drawingml/2006/main">
              <a:ext uri="{FF2B5EF4-FFF2-40B4-BE49-F238E27FC236}">
                <a16:creationId xmlns:a16="http://schemas.microsoft.com/office/drawing/2014/main" id="{D8EF728D-1C4F-482A-9D87-9825DE74FB57}"/>
              </a:ext>
            </a:extLst>
          </p:cNvPr>
          <p:cNvSpPr>
            <a:spLocks xmlns:a="http://schemas.openxmlformats.org/drawingml/2006/main" noGrp="1"/>
          </p:cNvSpPr>
          <p:nvPr/>
        </p:nvSpPr>
        <p:spPr>
          <a:xfrm xmlns:a="http://schemas.openxmlformats.org/drawingml/2006/main" rot="-30000">
            <a:off x="4229100" y="2590800"/>
            <a:ext cx="3543300" cy="2857500"/>
          </a:xfrm>
          <a:prstGeom xmlns:a="http://schemas.openxmlformats.org/drawingml/2006/main" prst="rect">
            <a:avLst/>
          </a:prstGeom>
          <a:solidFill xmlns:a="http://schemas.openxmlformats.org/drawingml/2006/main">
            <a:srgbClr val="FBF8F1"/>
          </a:solidFill>
          <a:ln xmlns:a="http://schemas.openxmlformats.org/drawingml/2006/main" w="9525">
            <a:solidFill>
              <a:srgbClr val="171613"/>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49809228ad4d4b49"/>
          <a:srcRect xmlns:a="http://schemas.openxmlformats.org/drawingml/2006/main" l="12617" t="0" r="12617" b="0"/>
          <a:stretch xmlns:a="http://schemas.openxmlformats.org/drawingml/2006/main">
            <a:fillRect l="0" t="0" r="0" b="0"/>
          </a:stretch>
        </p:blipFill>
        <p:spPr>
          <a:xfrm xmlns:a="http://schemas.openxmlformats.org/drawingml/2006/main" rot="-30000">
            <a:off x="4305300" y="2667000"/>
            <a:ext cx="3390900" cy="2552700"/>
          </a:xfrm>
          <a:prstGeom xmlns:a="http://schemas.openxmlformats.org/drawingml/2006/main" prst="rect">
            <a:avLst/>
          </a:prstGeom>
        </p:spPr>
      </p:pic>
      <p:sp>
        <p:nvSpPr>
          <p:cNvPr id="14" name="text-26de8gs">
            <a:extLst xmlns:a="http://schemas.openxmlformats.org/drawingml/2006/main">
              <a:ext uri="{FF2B5EF4-FFF2-40B4-BE49-F238E27FC236}">
                <a16:creationId xmlns:a16="http://schemas.microsoft.com/office/drawing/2014/main" id="{68A90311-8731-4AEF-94B6-19A37715EC65}"/>
              </a:ext>
            </a:extLst>
          </p:cNvPr>
          <p:cNvSpPr>
            <a:spLocks xmlns:a="http://schemas.openxmlformats.org/drawingml/2006/main" noGrp="1"/>
          </p:cNvSpPr>
          <p:nvPr/>
        </p:nvSpPr>
        <p:spPr>
          <a:xfrm xmlns:a="http://schemas.openxmlformats.org/drawingml/2006/main">
            <a:off x="4743450" y="5410200"/>
            <a:ext cx="25336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275" b="1" i="0">
                <a:solidFill>
                  <a:srgbClr val="D84A32"/>
                </a:solidFill>
                <a:latin typeface="Consolas"/>
                <a:ea typeface="Consolas"/>
                <a:cs typeface="Consolas"/>
              </a:defRPr>
            </a:pPr>
            <a:r>
              <a:rPr sz="1275" b="1" i="0">
                <a:solidFill>
                  <a:srgbClr val="D84A32"/>
                </a:solidFill>
                <a:latin typeface="Consolas"/>
                <a:ea typeface="Consolas"/>
                <a:cs typeface="Consolas"/>
              </a:rPr>
              <a:t>ONE RESPONSE</a:t>
            </a:r>
          </a:p>
        </p:txBody>
      </p:sp>
      <p:sp>
        <p:nvSpPr>
          <p:cNvPr id="15" name="text-oouj8jj">
            <a:extLst xmlns:a="http://schemas.openxmlformats.org/drawingml/2006/main">
              <a:ext uri="{FF2B5EF4-FFF2-40B4-BE49-F238E27FC236}">
                <a16:creationId xmlns:a16="http://schemas.microsoft.com/office/drawing/2014/main" id="{F492CD84-DF47-4F93-AAB5-2C23658A1B18}"/>
              </a:ext>
            </a:extLst>
          </p:cNvPr>
          <p:cNvSpPr>
            <a:spLocks xmlns:a="http://schemas.openxmlformats.org/drawingml/2006/main" noGrp="1"/>
          </p:cNvSpPr>
          <p:nvPr/>
        </p:nvSpPr>
        <p:spPr>
          <a:xfrm xmlns:a="http://schemas.openxmlformats.org/drawingml/2006/main">
            <a:off x="9620250" y="2952750"/>
            <a:ext cx="2095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1275" b="1" i="0">
                <a:solidFill>
                  <a:srgbClr val="171613"/>
                </a:solidFill>
                <a:latin typeface="Consolas"/>
                <a:ea typeface="Consolas"/>
                <a:cs typeface="Consolas"/>
              </a:defRPr>
            </a:pPr>
            <a:r>
              <a:rPr sz="1275" b="1" i="0">
                <a:solidFill>
                  <a:srgbClr val="171613"/>
                </a:solidFill>
                <a:latin typeface="Consolas"/>
                <a:ea typeface="Consolas"/>
                <a:cs typeface="Consolas"/>
              </a:rPr>
              <a:t>OPEN-METEO</a:t>
            </a:r>
          </a:p>
        </p:txBody>
      </p:sp>
      <p:sp>
        <p:nvSpPr>
          <p:cNvPr id="16" name="text-inn1zfi">
            <a:extLst xmlns:a="http://schemas.openxmlformats.org/drawingml/2006/main">
              <a:ext uri="{FF2B5EF4-FFF2-40B4-BE49-F238E27FC236}">
                <a16:creationId xmlns:a16="http://schemas.microsoft.com/office/drawing/2014/main" id="{B0382D36-275E-4C31-980E-7C4D01914B53}"/>
              </a:ext>
            </a:extLst>
          </p:cNvPr>
          <p:cNvSpPr>
            <a:spLocks xmlns:a="http://schemas.openxmlformats.org/drawingml/2006/main" noGrp="1"/>
          </p:cNvSpPr>
          <p:nvPr/>
        </p:nvSpPr>
        <p:spPr>
          <a:xfrm xmlns:a="http://schemas.openxmlformats.org/drawingml/2006/main">
            <a:off x="9772650" y="3371850"/>
            <a:ext cx="19050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8000"/>
              </a:lnSpc>
              <a:buNone/>
              <a:defRPr sz="1500" b="0" i="0">
                <a:solidFill>
                  <a:srgbClr val="4D4942"/>
                </a:solidFill>
                <a:latin typeface="Yu Mincho"/>
                <a:ea typeface="Yu Mincho"/>
                <a:cs typeface="Yu Mincho"/>
              </a:defRPr>
            </a:pPr>
            <a:r>
              <a:rPr sz="1500" b="0" i="0">
                <a:solidFill>
                  <a:srgbClr val="4D4942"/>
                </a:solidFill>
                <a:latin typeface="Yu Mincho"/>
                <a:ea typeface="Yu Mincho"/>
                <a:cs typeface="Yu Mincho"/>
              </a:rPr>
              <a:t>geocoding</a:t>
            </a:r>
          </a:p>
          <a:p xmlns:a="http://schemas.openxmlformats.org/drawingml/2006/main">
            <a:pPr algn="r">
              <a:lnSpc>
                <a:spcPct val="128000"/>
              </a:lnSpc>
              <a:buNone/>
              <a:defRPr sz="1500" b="0" i="0">
                <a:solidFill>
                  <a:srgbClr val="4D4942"/>
                </a:solidFill>
                <a:latin typeface="Yu Mincho"/>
                <a:ea typeface="Yu Mincho"/>
                <a:cs typeface="Yu Mincho"/>
              </a:defRPr>
            </a:pPr>
            <a:r>
              <a:rPr sz="1500" b="0" i="0">
                <a:solidFill>
                  <a:srgbClr val="4D4942"/>
                </a:solidFill>
                <a:latin typeface="Yu Mincho"/>
                <a:ea typeface="Yu Mincho"/>
                <a:cs typeface="Yu Mincho"/>
              </a:rPr>
              <a:t>weather</a:t>
            </a:r>
          </a:p>
          <a:p xmlns:a="http://schemas.openxmlformats.org/drawingml/2006/main">
            <a:pPr algn="r">
              <a:lnSpc>
                <a:spcPct val="128000"/>
              </a:lnSpc>
              <a:buNone/>
              <a:defRPr sz="1500" b="0" i="0">
                <a:solidFill>
                  <a:srgbClr val="4D4942"/>
                </a:solidFill>
                <a:latin typeface="Yu Mincho"/>
                <a:ea typeface="Yu Mincho"/>
                <a:cs typeface="Yu Mincho"/>
              </a:defRPr>
            </a:pPr>
            <a:r>
              <a:rPr sz="1500" b="0" i="0">
                <a:solidFill>
                  <a:srgbClr val="4D4942"/>
                </a:solidFill>
                <a:latin typeface="Yu Mincho"/>
                <a:ea typeface="Yu Mincho"/>
                <a:cs typeface="Yu Mincho"/>
              </a:rPr>
              <a:t>timezone</a:t>
            </a:r>
          </a:p>
        </p:txBody>
      </p:sp>
      <p:sp>
        <p:nvSpPr>
          <p:cNvPr id="17" name="line-54-634-1172">
            <a:extLst xmlns:a="http://schemas.openxmlformats.org/drawingml/2006/main">
              <a:ext uri="{FF2B5EF4-FFF2-40B4-BE49-F238E27FC236}">
                <a16:creationId xmlns:a16="http://schemas.microsoft.com/office/drawing/2014/main" id="{A40A420C-B2BE-4EC4-ACE6-C6EC0FEEBADC}"/>
              </a:ext>
            </a:extLst>
          </p:cNvPr>
          <p:cNvSpPr>
            <a:spLocks xmlns:a="http://schemas.openxmlformats.org/drawingml/2006/main" noGrp="1"/>
          </p:cNvSpPr>
          <p:nvPr/>
        </p:nvSpPr>
        <p:spPr>
          <a:xfrm xmlns:a="http://schemas.openxmlformats.org/drawingml/2006/main">
            <a:off x="514350" y="6038850"/>
            <a:ext cx="11163300" cy="9525"/>
          </a:xfrm>
          <a:prstGeom xmlns:a="http://schemas.openxmlformats.org/drawingml/2006/main" prst="rect">
            <a:avLst/>
          </a:prstGeom>
          <a:solidFill xmlns:a="http://schemas.openxmlformats.org/drawingml/2006/main">
            <a:srgbClr val="171613"/>
          </a:solidFill>
          <a:ln xmlns:a="http://schemas.openxmlformats.org/drawingml/2006/main" w="0">
            <a:noFill/>
            <a:prstDash val="solid"/>
          </a:ln>
        </p:spPr>
      </p:sp>
      <p:sp>
        <p:nvSpPr>
          <p:cNvPr id="18" name="text-ybc63pm">
            <a:extLst xmlns:a="http://schemas.openxmlformats.org/drawingml/2006/main">
              <a:ext uri="{FF2B5EF4-FFF2-40B4-BE49-F238E27FC236}">
                <a16:creationId xmlns:a16="http://schemas.microsoft.com/office/drawing/2014/main" id="{E3FF8714-14BE-4E27-B538-BEDC756E7D79}"/>
              </a:ext>
            </a:extLst>
          </p:cNvPr>
          <p:cNvSpPr>
            <a:spLocks xmlns:a="http://schemas.openxmlformats.org/drawingml/2006/main" noGrp="1"/>
          </p:cNvSpPr>
          <p:nvPr/>
        </p:nvSpPr>
        <p:spPr>
          <a:xfrm xmlns:a="http://schemas.openxmlformats.org/drawingml/2006/main">
            <a:off x="533400" y="6191250"/>
            <a:ext cx="2667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country + city</a:t>
            </a:r>
          </a:p>
        </p:txBody>
      </p:sp>
      <p:sp>
        <p:nvSpPr>
          <p:cNvPr id="19" name="text-9y298dh">
            <a:extLst xmlns:a="http://schemas.openxmlformats.org/drawingml/2006/main">
              <a:ext uri="{FF2B5EF4-FFF2-40B4-BE49-F238E27FC236}">
                <a16:creationId xmlns:a16="http://schemas.microsoft.com/office/drawing/2014/main" id="{100D4370-2F00-4C22-9805-A8EAF776E1A5}"/>
              </a:ext>
            </a:extLst>
          </p:cNvPr>
          <p:cNvSpPr>
            <a:spLocks xmlns:a="http://schemas.openxmlformats.org/drawingml/2006/main" noGrp="1"/>
          </p:cNvSpPr>
          <p:nvPr/>
        </p:nvSpPr>
        <p:spPr>
          <a:xfrm xmlns:a="http://schemas.openxmlformats.org/drawingml/2006/main">
            <a:off x="4686300" y="6191250"/>
            <a:ext cx="28194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GET /api/home</a:t>
            </a:r>
          </a:p>
        </p:txBody>
      </p:sp>
      <p:sp>
        <p:nvSpPr>
          <p:cNvPr id="20" name="text-yeaa3b7">
            <a:extLst xmlns:a="http://schemas.openxmlformats.org/drawingml/2006/main">
              <a:ext uri="{FF2B5EF4-FFF2-40B4-BE49-F238E27FC236}">
                <a16:creationId xmlns:a16="http://schemas.microsoft.com/office/drawing/2014/main" id="{2EFD1ABB-72F8-4377-BD81-0AE6707DBAA8}"/>
              </a:ext>
            </a:extLst>
          </p:cNvPr>
          <p:cNvSpPr>
            <a:spLocks xmlns:a="http://schemas.openxmlformats.org/drawingml/2006/main" noGrp="1"/>
          </p:cNvSpPr>
          <p:nvPr/>
        </p:nvSpPr>
        <p:spPr>
          <a:xfrm xmlns:a="http://schemas.openxmlformats.org/drawingml/2006/main">
            <a:off x="8915400" y="6191250"/>
            <a:ext cx="2762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weather + country + advice</a:t>
            </a:r>
          </a:p>
        </p:txBody>
      </p:sp>
    </p:spTree>
    <p:extLst>
      <p:ext uri="{BB962C8B-B14F-4D97-AF65-F5344CB8AC3E}">
        <p14:creationId xmlns:p14="http://schemas.microsoft.com/office/powerpoint/2010/main" val="916644958"/>
      </p:ext>
    </p:extLst>
  </p:cSld>
</p:sld>
</file>

<file path=ppt/slides/slide6.xml><?xml version="1.0" encoding="utf-8"?>
<p:sld xmlns:p="http://schemas.openxmlformats.org/presentationml/2006/main">
  <p:cSld>
    <p:bg>
      <p:bgPr>
        <a:solidFill xmlns:a="http://schemas.openxmlformats.org/drawingml/2006/main">
          <a:srgbClr val="F2EEE6"/>
        </a:solidFill>
      </p:bgPr>
    </p:bg>
    <p:spTree>
      <p:nvGrpSpPr>
        <p:cNvPr id="1" name=""/>
        <p:cNvGrpSpPr/>
        <p:nvPr/>
      </p:nvGrpSpPr>
      <p:grpSpPr>
        <a:xfrm xmlns:a="http://schemas.openxmlformats.org/drawingml/2006/main"/>
      </p:grpSpPr>
      <p:sp>
        <p:nvSpPr>
          <p:cNvPr id="12" name="line-48-38-28">
            <a:extLst xmlns:a="http://schemas.openxmlformats.org/drawingml/2006/main">
              <a:ext uri="{FF2B5EF4-FFF2-40B4-BE49-F238E27FC236}">
                <a16:creationId xmlns:a16="http://schemas.microsoft.com/office/drawing/2014/main" id="{E6B10AF9-3725-4946-A4CC-4E1861AC3318}"/>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 name="text-6ltqtdu">
            <a:extLst xmlns:a="http://schemas.openxmlformats.org/drawingml/2006/main">
              <a:ext uri="{FF2B5EF4-FFF2-40B4-BE49-F238E27FC236}">
                <a16:creationId xmlns:a16="http://schemas.microsoft.com/office/drawing/2014/main" id="{71C2D93D-B000-4D69-A13D-D4BCE29CEDEA}"/>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171613"/>
                </a:solidFill>
                <a:latin typeface="Consolas"/>
                <a:ea typeface="Consolas"/>
                <a:cs typeface="Consolas"/>
              </a:defRPr>
            </a:pPr>
            <a:r>
              <a:rPr sz="825" b="1" i="0">
                <a:solidFill>
                  <a:srgbClr val="171613"/>
                </a:solidFill>
                <a:latin typeface="Consolas"/>
                <a:ea typeface="Consolas"/>
                <a:cs typeface="Consolas"/>
              </a:rPr>
              <a:t>PORTFOLIO</a:t>
            </a:r>
          </a:p>
        </p:txBody>
      </p:sp>
      <p:sp>
        <p:nvSpPr>
          <p:cNvPr id="3" name="text-onkiqhg">
            <a:extLst xmlns:a="http://schemas.openxmlformats.org/drawingml/2006/main">
              <a:ext uri="{FF2B5EF4-FFF2-40B4-BE49-F238E27FC236}">
                <a16:creationId xmlns:a16="http://schemas.microsoft.com/office/drawing/2014/main" id="{8EC0D995-12CF-44F8-8F22-5C7EE962D83F}"/>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06</a:t>
            </a:r>
          </a:p>
        </p:txBody>
      </p:sp>
      <p:sp>
        <p:nvSpPr>
          <p:cNvPr id="4" name="text-2df2klz">
            <a:extLst xmlns:a="http://schemas.openxmlformats.org/drawingml/2006/main">
              <a:ext uri="{FF2B5EF4-FFF2-40B4-BE49-F238E27FC236}">
                <a16:creationId xmlns:a16="http://schemas.microsoft.com/office/drawing/2014/main" id="{D38287FF-2D3C-49A0-81BB-8C818FA8E0B9}"/>
              </a:ext>
            </a:extLst>
          </p:cNvPr>
          <p:cNvSpPr>
            <a:spLocks xmlns:a="http://schemas.openxmlformats.org/drawingml/2006/main" noGrp="1"/>
          </p:cNvSpPr>
          <p:nvPr/>
        </p:nvSpPr>
        <p:spPr>
          <a:xfrm xmlns:a="http://schemas.openxmlformats.org/drawingml/2006/main" rot="16200000">
            <a:off x="171450" y="1219200"/>
            <a:ext cx="666750" cy="453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950" b="1" i="0">
                <a:solidFill>
                  <a:srgbClr val="D84A32"/>
                </a:solidFill>
                <a:latin typeface="Consolas"/>
                <a:ea typeface="Consolas"/>
                <a:cs typeface="Consolas"/>
              </a:defRPr>
            </a:pPr>
            <a:r>
              <a:rPr sz="1950" b="1" i="0">
                <a:solidFill>
                  <a:srgbClr val="D84A32"/>
                </a:solidFill>
                <a:latin typeface="Consolas"/>
                <a:ea typeface="Consolas"/>
                <a:cs typeface="Consolas"/>
              </a:rPr>
              <a:t>EXHIBITION</a:t>
            </a:r>
          </a:p>
        </p:txBody>
      </p:sp>
      <p:sp>
        <p:nvSpPr>
          <p:cNvPr id="5" name="text-td6heaq">
            <a:extLst xmlns:a="http://schemas.openxmlformats.org/drawingml/2006/main">
              <a:ext uri="{FF2B5EF4-FFF2-40B4-BE49-F238E27FC236}">
                <a16:creationId xmlns:a16="http://schemas.microsoft.com/office/drawing/2014/main" id="{4F1D0433-E044-487B-B9B0-71862B305969}"/>
              </a:ext>
            </a:extLst>
          </p:cNvPr>
          <p:cNvSpPr>
            <a:spLocks xmlns:a="http://schemas.openxmlformats.org/drawingml/2006/main" noGrp="1"/>
          </p:cNvSpPr>
          <p:nvPr/>
        </p:nvSpPr>
        <p:spPr>
          <a:xfrm xmlns:a="http://schemas.openxmlformats.org/drawingml/2006/main">
            <a:off x="914400" y="609600"/>
            <a:ext cx="59055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375" b="0" i="0">
                <a:solidFill>
                  <a:srgbClr val="171613"/>
                </a:solidFill>
                <a:latin typeface="Yu Mincho"/>
                <a:ea typeface="Yu Mincho"/>
                <a:cs typeface="Yu Mincho"/>
              </a:defRPr>
            </a:pPr>
            <a:r>
              <a:rPr sz="3375" b="0" i="0">
                <a:solidFill>
                  <a:srgbClr val="171613"/>
                </a:solidFill>
                <a:latin typeface="Yu Mincho"/>
                <a:ea typeface="Yu Mincho"/>
                <a:cs typeface="Yu Mincho"/>
              </a:rPr>
              <a:t>Portfolio makes work</a:t>
            </a:r>
          </a:p>
          <a:p xmlns:a="http://schemas.openxmlformats.org/drawingml/2006/main">
            <a:pPr algn="l">
              <a:lnSpc>
                <a:spcPct val="96000"/>
              </a:lnSpc>
              <a:buNone/>
              <a:defRPr sz="3375" b="0" i="0">
                <a:solidFill>
                  <a:srgbClr val="171613"/>
                </a:solidFill>
                <a:latin typeface="Yu Mincho"/>
                <a:ea typeface="Yu Mincho"/>
                <a:cs typeface="Yu Mincho"/>
              </a:defRPr>
            </a:pPr>
            <a:r>
              <a:rPr sz="3375" b="0" i="0">
                <a:solidFill>
                  <a:srgbClr val="171613"/>
                </a:solidFill>
                <a:latin typeface="Yu Mincho"/>
                <a:ea typeface="Yu Mincho"/>
                <a:cs typeface="Yu Mincho"/>
              </a:rPr>
              <a:t>feel exhibited.</a:t>
            </a:r>
          </a:p>
        </p:txBody>
      </p:sp>
      <p:sp>
        <p:nvSpPr>
          <p:cNvPr id="6" name="frame-CampusFlow portfolio page">
            <a:extLst xmlns:a="http://schemas.openxmlformats.org/drawingml/2006/main">
              <a:ext uri="{FF2B5EF4-FFF2-40B4-BE49-F238E27FC236}">
                <a16:creationId xmlns:a16="http://schemas.microsoft.com/office/drawing/2014/main" id="{75AE29B2-55E3-4E73-ABCB-906D31FE63E4}"/>
              </a:ext>
            </a:extLst>
          </p:cNvPr>
          <p:cNvSpPr>
            <a:spLocks xmlns:a="http://schemas.openxmlformats.org/drawingml/2006/main" noGrp="1"/>
          </p:cNvSpPr>
          <p:nvPr/>
        </p:nvSpPr>
        <p:spPr>
          <a:xfrm xmlns:a="http://schemas.openxmlformats.org/drawingml/2006/main" rot="-30000">
            <a:off x="876300" y="2019300"/>
            <a:ext cx="10248900" cy="4181475"/>
          </a:xfrm>
          <a:prstGeom xmlns:a="http://schemas.openxmlformats.org/drawingml/2006/main" prst="rect">
            <a:avLst/>
          </a:prstGeom>
          <a:solidFill xmlns:a="http://schemas.openxmlformats.org/drawingml/2006/main">
            <a:srgbClr val="FBF8F1"/>
          </a:solidFill>
          <a:ln xmlns:a="http://schemas.openxmlformats.org/drawingml/2006/main" w="9525">
            <a:solidFill>
              <a:srgbClr val="171613"/>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7177af00f8c473a"/>
          <a:stretch xmlns:a="http://schemas.openxmlformats.org/drawingml/2006/main"/>
        </p:blipFill>
        <p:spPr>
          <a:xfrm xmlns:a="http://schemas.openxmlformats.org/drawingml/2006/main" rot="-30000">
            <a:off x="2531550" y="2095500"/>
            <a:ext cx="6938401" cy="3905250"/>
          </a:xfrm>
          <a:prstGeom xmlns:a="http://schemas.openxmlformats.org/drawingml/2006/main" prst="rect">
            <a:avLst/>
          </a:prstGeom>
        </p:spPr>
      </p:pic>
      <p:sp>
        <p:nvSpPr>
          <p:cNvPr id="8" name="portfolio-tape-left">
            <a:extLst xmlns:a="http://schemas.openxmlformats.org/drawingml/2006/main">
              <a:ext uri="{FF2B5EF4-FFF2-40B4-BE49-F238E27FC236}">
                <a16:creationId xmlns:a16="http://schemas.microsoft.com/office/drawing/2014/main" id="{B4B3C124-FA36-4F78-B77F-8F2D369434F6}"/>
              </a:ext>
            </a:extLst>
          </p:cNvPr>
          <p:cNvSpPr>
            <a:spLocks xmlns:a="http://schemas.openxmlformats.org/drawingml/2006/main" noGrp="1"/>
          </p:cNvSpPr>
          <p:nvPr/>
        </p:nvSpPr>
        <p:spPr>
          <a:xfrm xmlns:a="http://schemas.openxmlformats.org/drawingml/2006/main" rot="-240000">
            <a:off x="1238250" y="1885950"/>
            <a:ext cx="1123950" cy="238125"/>
          </a:xfrm>
          <a:prstGeom xmlns:a="http://schemas.openxmlformats.org/drawingml/2006/main" prst="rect">
            <a:avLst/>
          </a:prstGeom>
          <a:solidFill xmlns:a="http://schemas.openxmlformats.org/drawingml/2006/main">
            <a:srgbClr val="DDD5C8"/>
          </a:solidFill>
          <a:ln xmlns:a="http://schemas.openxmlformats.org/drawingml/2006/main" w="0">
            <a:noFill/>
            <a:prstDash val="solid"/>
          </a:ln>
        </p:spPr>
      </p:sp>
      <p:sp>
        <p:nvSpPr>
          <p:cNvPr id="9" name="portfolio-tape-right">
            <a:extLst xmlns:a="http://schemas.openxmlformats.org/drawingml/2006/main">
              <a:ext uri="{FF2B5EF4-FFF2-40B4-BE49-F238E27FC236}">
                <a16:creationId xmlns:a16="http://schemas.microsoft.com/office/drawing/2014/main" id="{A8E20A91-613C-48AE-959C-80C9C6736E22}"/>
              </a:ext>
            </a:extLst>
          </p:cNvPr>
          <p:cNvSpPr>
            <a:spLocks xmlns:a="http://schemas.openxmlformats.org/drawingml/2006/main" noGrp="1"/>
          </p:cNvSpPr>
          <p:nvPr/>
        </p:nvSpPr>
        <p:spPr>
          <a:xfrm xmlns:a="http://schemas.openxmlformats.org/drawingml/2006/main" rot="180000">
            <a:off x="9658350" y="5734050"/>
            <a:ext cx="1066800" cy="22860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10" name="text-ybnmu21">
            <a:extLst xmlns:a="http://schemas.openxmlformats.org/drawingml/2006/main">
              <a:ext uri="{FF2B5EF4-FFF2-40B4-BE49-F238E27FC236}">
                <a16:creationId xmlns:a16="http://schemas.microsoft.com/office/drawing/2014/main" id="{944D422E-4EC7-4EE7-AB88-EA32E119BD87}"/>
              </a:ext>
            </a:extLst>
          </p:cNvPr>
          <p:cNvSpPr>
            <a:spLocks xmlns:a="http://schemas.openxmlformats.org/drawingml/2006/main" noGrp="1"/>
          </p:cNvSpPr>
          <p:nvPr/>
        </p:nvSpPr>
        <p:spPr>
          <a:xfrm xmlns:a="http://schemas.openxmlformats.org/drawingml/2006/main">
            <a:off x="7639050" y="781050"/>
            <a:ext cx="335280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20000"/>
              </a:lnSpc>
              <a:buNone/>
              <a:defRPr sz="1350" b="0" i="0">
                <a:solidFill>
                  <a:srgbClr val="4D4942"/>
                </a:solidFill>
                <a:latin typeface="Yu Mincho"/>
                <a:ea typeface="Yu Mincho"/>
                <a:cs typeface="Yu Mincho"/>
              </a:defRPr>
            </a:pPr>
            <a:r>
              <a:rPr sz="1350" b="0" i="0">
                <a:solidFill>
                  <a:srgbClr val="4D4942"/>
                </a:solidFill>
                <a:latin typeface="Yu Mincho"/>
                <a:ea typeface="Yu Mincho"/>
                <a:cs typeface="Yu Mincho"/>
              </a:rPr>
              <a:t>The page is public first.</a:t>
            </a:r>
          </a:p>
          <a:p xmlns:a="http://schemas.openxmlformats.org/drawingml/2006/main">
            <a:pPr algn="r">
              <a:lnSpc>
                <a:spcPct val="120000"/>
              </a:lnSpc>
              <a:buNone/>
              <a:defRPr sz="1350" b="0" i="0">
                <a:solidFill>
                  <a:srgbClr val="4D4942"/>
                </a:solidFill>
                <a:latin typeface="Yu Mincho"/>
                <a:ea typeface="Yu Mincho"/>
                <a:cs typeface="Yu Mincho"/>
              </a:defRPr>
            </a:pPr>
            <a:r>
              <a:rPr sz="1350" b="0" i="0">
                <a:solidFill>
                  <a:srgbClr val="4D4942"/>
                </a:solidFill>
                <a:latin typeface="Yu Mincho"/>
                <a:ea typeface="Yu Mincho"/>
                <a:cs typeface="Yu Mincho"/>
              </a:rPr>
              <a:t>Editing appears only for the owner.</a:t>
            </a:r>
          </a:p>
        </p:txBody>
      </p:sp>
      <p:sp>
        <p:nvSpPr>
          <p:cNvPr id="11" name="text-snqmwrp">
            <a:extLst xmlns:a="http://schemas.openxmlformats.org/drawingml/2006/main">
              <a:ext uri="{FF2B5EF4-FFF2-40B4-BE49-F238E27FC236}">
                <a16:creationId xmlns:a16="http://schemas.microsoft.com/office/drawing/2014/main" id="{1C453FBC-B509-45DC-B9AD-860F453886B0}"/>
              </a:ext>
            </a:extLst>
          </p:cNvPr>
          <p:cNvSpPr>
            <a:spLocks xmlns:a="http://schemas.openxmlformats.org/drawingml/2006/main" noGrp="1"/>
          </p:cNvSpPr>
          <p:nvPr/>
        </p:nvSpPr>
        <p:spPr>
          <a:xfrm xmlns:a="http://schemas.openxmlformats.org/drawingml/2006/main">
            <a:off x="914400" y="6324600"/>
            <a:ext cx="7239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PUBLIC PROFILE / FOUR PRESET WORKS / OWNER-ONLY EDITING</a:t>
            </a:r>
          </a:p>
        </p:txBody>
      </p:sp>
    </p:spTree>
    <p:extLst>
      <p:ext uri="{BB962C8B-B14F-4D97-AF65-F5344CB8AC3E}">
        <p14:creationId xmlns:p14="http://schemas.microsoft.com/office/powerpoint/2010/main" val="524925324"/>
      </p:ext>
    </p:extLst>
  </p:cSld>
</p:sld>
</file>

<file path=ppt/slides/slide7.xml><?xml version="1.0" encoding="utf-8"?>
<p:sld xmlns:p="http://schemas.openxmlformats.org/presentationml/2006/main">
  <p:cSld>
    <p:bg>
      <p:bgPr>
        <a:solidFill xmlns:a="http://schemas.openxmlformats.org/drawingml/2006/main">
          <a:srgbClr val="171613"/>
        </a:solidFill>
      </p:bgPr>
    </p:bg>
    <p:spTree>
      <p:nvGrpSpPr>
        <p:cNvPr id="1" name=""/>
        <p:cNvGrpSpPr/>
        <p:nvPr/>
      </p:nvGrpSpPr>
      <p:grpSpPr>
        <a:xfrm xmlns:a="http://schemas.openxmlformats.org/drawingml/2006/main"/>
      </p:grpSpPr>
      <p:sp>
        <p:nvSpPr>
          <p:cNvPr id="22" name="line-48-38-28">
            <a:extLst xmlns:a="http://schemas.openxmlformats.org/drawingml/2006/main">
              <a:ext uri="{FF2B5EF4-FFF2-40B4-BE49-F238E27FC236}">
                <a16:creationId xmlns:a16="http://schemas.microsoft.com/office/drawing/2014/main" id="{EC512C2D-E4F4-4AD2-B50C-162752EC6AB0}"/>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 name="text-5vilzc0">
            <a:extLst xmlns:a="http://schemas.openxmlformats.org/drawingml/2006/main">
              <a:ext uri="{FF2B5EF4-FFF2-40B4-BE49-F238E27FC236}">
                <a16:creationId xmlns:a16="http://schemas.microsoft.com/office/drawing/2014/main" id="{B005138F-8249-470D-9C5C-2ECF11578E47}"/>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FBF8F1"/>
                </a:solidFill>
                <a:latin typeface="Consolas"/>
                <a:ea typeface="Consolas"/>
                <a:cs typeface="Consolas"/>
              </a:defRPr>
            </a:pPr>
            <a:r>
              <a:rPr sz="825" b="1" i="0">
                <a:solidFill>
                  <a:srgbClr val="FBF8F1"/>
                </a:solidFill>
                <a:latin typeface="Consolas"/>
                <a:ea typeface="Consolas"/>
                <a:cs typeface="Consolas"/>
              </a:rPr>
              <a:t>CONTENT</a:t>
            </a:r>
          </a:p>
        </p:txBody>
      </p:sp>
      <p:sp>
        <p:nvSpPr>
          <p:cNvPr id="3" name="text-i3gpx6v">
            <a:extLst xmlns:a="http://schemas.openxmlformats.org/drawingml/2006/main">
              <a:ext uri="{FF2B5EF4-FFF2-40B4-BE49-F238E27FC236}">
                <a16:creationId xmlns:a16="http://schemas.microsoft.com/office/drawing/2014/main" id="{FDCC49AD-DC76-458E-A6BA-9FDF87843476}"/>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BDB7AD"/>
                </a:solidFill>
                <a:latin typeface="Consolas"/>
                <a:ea typeface="Consolas"/>
                <a:cs typeface="Consolas"/>
              </a:defRPr>
            </a:pPr>
            <a:r>
              <a:rPr sz="750" b="0" i="0">
                <a:solidFill>
                  <a:srgbClr val="BDB7AD"/>
                </a:solidFill>
                <a:latin typeface="Consolas"/>
                <a:ea typeface="Consolas"/>
                <a:cs typeface="Consolas"/>
              </a:rPr>
              <a:t>07</a:t>
            </a:r>
          </a:p>
        </p:txBody>
      </p:sp>
      <p:sp>
        <p:nvSpPr>
          <p:cNvPr id="4" name="text-sn9tx28">
            <a:extLst xmlns:a="http://schemas.openxmlformats.org/drawingml/2006/main">
              <a:ext uri="{FF2B5EF4-FFF2-40B4-BE49-F238E27FC236}">
                <a16:creationId xmlns:a16="http://schemas.microsoft.com/office/drawing/2014/main" id="{0B4329AD-7C25-4BF7-BE8B-FB378D477ACD}"/>
              </a:ext>
            </a:extLst>
          </p:cNvPr>
          <p:cNvSpPr>
            <a:spLocks xmlns:a="http://schemas.openxmlformats.org/drawingml/2006/main" noGrp="1"/>
          </p:cNvSpPr>
          <p:nvPr/>
        </p:nvSpPr>
        <p:spPr>
          <a:xfrm xmlns:a="http://schemas.openxmlformats.org/drawingml/2006/main">
            <a:off x="495300" y="685800"/>
            <a:ext cx="619125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375" b="0" i="0">
                <a:solidFill>
                  <a:srgbClr val="FBF8F1"/>
                </a:solidFill>
                <a:latin typeface="Yu Mincho"/>
                <a:ea typeface="Yu Mincho"/>
                <a:cs typeface="Yu Mincho"/>
              </a:defRPr>
            </a:pPr>
            <a:r>
              <a:rPr sz="3375" b="0" i="0">
                <a:solidFill>
                  <a:srgbClr val="FBF8F1"/>
                </a:solidFill>
                <a:latin typeface="Yu Mincho"/>
                <a:ea typeface="Yu Mincho"/>
                <a:cs typeface="Yu Mincho"/>
              </a:rPr>
              <a:t>The collection can hold</a:t>
            </a:r>
          </a:p>
          <a:p xmlns:a="http://schemas.openxmlformats.org/drawingml/2006/main">
            <a:pPr algn="l">
              <a:lnSpc>
                <a:spcPct val="96000"/>
              </a:lnSpc>
              <a:buNone/>
              <a:defRPr sz="3375" b="0" i="0">
                <a:solidFill>
                  <a:srgbClr val="FBF8F1"/>
                </a:solidFill>
                <a:latin typeface="Yu Mincho"/>
                <a:ea typeface="Yu Mincho"/>
                <a:cs typeface="Yu Mincho"/>
              </a:defRPr>
            </a:pPr>
            <a:r>
              <a:rPr sz="3375" b="0" i="0">
                <a:solidFill>
                  <a:srgbClr val="FBF8F1"/>
                </a:solidFill>
                <a:latin typeface="Yu Mincho"/>
                <a:ea typeface="Yu Mincho"/>
                <a:cs typeface="Yu Mincho"/>
              </a:rPr>
              <a:t>more than a résumé.</a:t>
            </a:r>
          </a:p>
        </p:txBody>
      </p:sp>
      <p:sp>
        <p:nvSpPr>
          <p:cNvPr id="5" name="text-53zdtio">
            <a:extLst xmlns:a="http://schemas.openxmlformats.org/drawingml/2006/main">
              <a:ext uri="{FF2B5EF4-FFF2-40B4-BE49-F238E27FC236}">
                <a16:creationId xmlns:a16="http://schemas.microsoft.com/office/drawing/2014/main" id="{D2EB5572-B23B-4765-9A2D-FD9558B7A9FB}"/>
              </a:ext>
            </a:extLst>
          </p:cNvPr>
          <p:cNvSpPr>
            <a:spLocks xmlns:a="http://schemas.openxmlformats.org/drawingml/2006/main" noGrp="1"/>
          </p:cNvSpPr>
          <p:nvPr/>
        </p:nvSpPr>
        <p:spPr>
          <a:xfrm xmlns:a="http://schemas.openxmlformats.org/drawingml/2006/main">
            <a:off x="552450" y="2038350"/>
            <a:ext cx="666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350" b="0" i="1">
                <a:solidFill>
                  <a:srgbClr val="BFB8AE"/>
                </a:solidFill>
                <a:latin typeface="Yu Mincho"/>
                <a:ea typeface="Yu Mincho"/>
                <a:cs typeface="Yu Mincho"/>
              </a:defRPr>
            </a:pPr>
            <a:r>
              <a:rPr sz="1350" b="0" i="1">
                <a:solidFill>
                  <a:srgbClr val="BFB8AE"/>
                </a:solidFill>
                <a:latin typeface="Yu Mincho"/>
                <a:ea typeface="Yu Mincho"/>
                <a:cs typeface="Yu Mincho"/>
              </a:rPr>
              <a:t>A creator chooses the medium; the layout keeps the voice coherent.</a:t>
            </a:r>
          </a:p>
        </p:txBody>
      </p:sp>
      <p:sp>
        <p:nvSpPr>
          <p:cNvPr id="6" name="frame-PHOTOGRAPHY">
            <a:extLst xmlns:a="http://schemas.openxmlformats.org/drawingml/2006/main">
              <a:ext uri="{FF2B5EF4-FFF2-40B4-BE49-F238E27FC236}">
                <a16:creationId xmlns:a16="http://schemas.microsoft.com/office/drawing/2014/main" id="{A761632E-61F9-45CC-B3DD-385CFAD5166C}"/>
              </a:ext>
            </a:extLst>
          </p:cNvPr>
          <p:cNvSpPr>
            <a:spLocks xmlns:a="http://schemas.openxmlformats.org/drawingml/2006/main" noGrp="1"/>
          </p:cNvSpPr>
          <p:nvPr/>
        </p:nvSpPr>
        <p:spPr>
          <a:xfrm xmlns:a="http://schemas.openxmlformats.org/drawingml/2006/main" rot="-78000">
            <a:off x="438150" y="2781300"/>
            <a:ext cx="2895600" cy="2952750"/>
          </a:xfrm>
          <a:prstGeom xmlns:a="http://schemas.openxmlformats.org/drawingml/2006/main" prst="rect">
            <a:avLst/>
          </a:prstGeom>
          <a:solidFill xmlns:a="http://schemas.openxmlformats.org/drawingml/2006/main">
            <a:srgbClr val="FBF8F1"/>
          </a:solidFill>
          <a:ln xmlns:a="http://schemas.openxmlformats.org/drawingml/2006/main" w="9525">
            <a:solidFill>
              <a:srgbClr val="FBF8F1"/>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76f98e2302214311"/>
          <a:srcRect xmlns:a="http://schemas.openxmlformats.org/drawingml/2006/main" l="0" t="17567" r="0" b="17567"/>
          <a:stretch xmlns:a="http://schemas.openxmlformats.org/drawingml/2006/main">
            <a:fillRect l="0" t="0" r="0" b="0"/>
          </a:stretch>
        </p:blipFill>
        <p:spPr>
          <a:xfrm xmlns:a="http://schemas.openxmlformats.org/drawingml/2006/main" rot="-78000">
            <a:off x="514350" y="2857500"/>
            <a:ext cx="2743200" cy="2667000"/>
          </a:xfrm>
          <a:prstGeom xmlns:a="http://schemas.openxmlformats.org/drawingml/2006/main" prst="rect">
            <a:avLst/>
          </a:prstGeom>
        </p:spPr>
      </p:pic>
      <p:sp>
        <p:nvSpPr>
          <p:cNvPr id="8" name="work-label-0">
            <a:extLst xmlns:a="http://schemas.openxmlformats.org/drawingml/2006/main">
              <a:ext uri="{FF2B5EF4-FFF2-40B4-BE49-F238E27FC236}">
                <a16:creationId xmlns:a16="http://schemas.microsoft.com/office/drawing/2014/main" id="{72C75520-0776-4752-869A-353269C7FC52}"/>
              </a:ext>
            </a:extLst>
          </p:cNvPr>
          <p:cNvSpPr>
            <a:spLocks xmlns:a="http://schemas.openxmlformats.org/drawingml/2006/main" noGrp="1"/>
          </p:cNvSpPr>
          <p:nvPr/>
        </p:nvSpPr>
        <p:spPr>
          <a:xfrm xmlns:a="http://schemas.openxmlformats.org/drawingml/2006/main">
            <a:off x="628650" y="5200650"/>
            <a:ext cx="1428750" cy="22860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9" name="text-ixgh6s9">
            <a:extLst xmlns:a="http://schemas.openxmlformats.org/drawingml/2006/main">
              <a:ext uri="{FF2B5EF4-FFF2-40B4-BE49-F238E27FC236}">
                <a16:creationId xmlns:a16="http://schemas.microsoft.com/office/drawing/2014/main" id="{401888C7-90C3-496D-B433-DE9580D1E1C8}"/>
              </a:ext>
            </a:extLst>
          </p:cNvPr>
          <p:cNvSpPr>
            <a:spLocks xmlns:a="http://schemas.openxmlformats.org/drawingml/2006/main" noGrp="1"/>
          </p:cNvSpPr>
          <p:nvPr/>
        </p:nvSpPr>
        <p:spPr>
          <a:xfrm xmlns:a="http://schemas.openxmlformats.org/drawingml/2006/main">
            <a:off x="704850" y="5257800"/>
            <a:ext cx="12954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675" b="1" i="0">
                <a:solidFill>
                  <a:srgbClr val="FBF8F1"/>
                </a:solidFill>
                <a:latin typeface="Consolas"/>
                <a:ea typeface="Consolas"/>
                <a:cs typeface="Consolas"/>
              </a:defRPr>
            </a:pPr>
            <a:r>
              <a:rPr sz="675" b="1" i="0">
                <a:solidFill>
                  <a:srgbClr val="FBF8F1"/>
                </a:solidFill>
                <a:latin typeface="Consolas"/>
                <a:ea typeface="Consolas"/>
                <a:cs typeface="Consolas"/>
              </a:rPr>
              <a:t>PHOTOGRAPHY</a:t>
            </a:r>
          </a:p>
        </p:txBody>
      </p:sp>
      <p:sp>
        <p:nvSpPr>
          <p:cNvPr id="10" name="frame-DESIGN">
            <a:extLst xmlns:a="http://schemas.openxmlformats.org/drawingml/2006/main">
              <a:ext uri="{FF2B5EF4-FFF2-40B4-BE49-F238E27FC236}">
                <a16:creationId xmlns:a16="http://schemas.microsoft.com/office/drawing/2014/main" id="{A22BE875-91A5-43F7-82E6-0D903CB7FA76}"/>
              </a:ext>
            </a:extLst>
          </p:cNvPr>
          <p:cNvSpPr>
            <a:spLocks xmlns:a="http://schemas.openxmlformats.org/drawingml/2006/main" noGrp="1"/>
          </p:cNvSpPr>
          <p:nvPr/>
        </p:nvSpPr>
        <p:spPr>
          <a:xfrm xmlns:a="http://schemas.openxmlformats.org/drawingml/2006/main" rot="66000">
            <a:off x="3409950" y="2571750"/>
            <a:ext cx="2667000" cy="3409950"/>
          </a:xfrm>
          <a:prstGeom xmlns:a="http://schemas.openxmlformats.org/drawingml/2006/main" prst="rect">
            <a:avLst/>
          </a:prstGeom>
          <a:solidFill xmlns:a="http://schemas.openxmlformats.org/drawingml/2006/main">
            <a:srgbClr val="FBF8F1"/>
          </a:solidFill>
          <a:ln xmlns:a="http://schemas.openxmlformats.org/drawingml/2006/main" w="9525">
            <a:solidFill>
              <a:srgbClr val="FBF8F1"/>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5807a3ae330a48cf"/>
          <a:srcRect xmlns:a="http://schemas.openxmlformats.org/drawingml/2006/main" l="0" t="3391" r="0" b="3391"/>
          <a:stretch xmlns:a="http://schemas.openxmlformats.org/drawingml/2006/main">
            <a:fillRect l="0" t="0" r="0" b="0"/>
          </a:stretch>
        </p:blipFill>
        <p:spPr>
          <a:xfrm xmlns:a="http://schemas.openxmlformats.org/drawingml/2006/main" rot="66000">
            <a:off x="3486150" y="2647950"/>
            <a:ext cx="2514600" cy="3124200"/>
          </a:xfrm>
          <a:prstGeom xmlns:a="http://schemas.openxmlformats.org/drawingml/2006/main" prst="rect">
            <a:avLst/>
          </a:prstGeom>
        </p:spPr>
      </p:pic>
      <p:sp>
        <p:nvSpPr>
          <p:cNvPr id="12" name="work-label-1">
            <a:extLst xmlns:a="http://schemas.openxmlformats.org/drawingml/2006/main">
              <a:ext uri="{FF2B5EF4-FFF2-40B4-BE49-F238E27FC236}">
                <a16:creationId xmlns:a16="http://schemas.microsoft.com/office/drawing/2014/main" id="{D4F817E1-CB50-4D13-B3C9-85CE8D6B1B5B}"/>
              </a:ext>
            </a:extLst>
          </p:cNvPr>
          <p:cNvSpPr>
            <a:spLocks xmlns:a="http://schemas.openxmlformats.org/drawingml/2006/main" noGrp="1"/>
          </p:cNvSpPr>
          <p:nvPr/>
        </p:nvSpPr>
        <p:spPr>
          <a:xfrm xmlns:a="http://schemas.openxmlformats.org/drawingml/2006/main">
            <a:off x="3600450" y="5448300"/>
            <a:ext cx="1428750" cy="22860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13" name="text-bl6j6zg">
            <a:extLst xmlns:a="http://schemas.openxmlformats.org/drawingml/2006/main">
              <a:ext uri="{FF2B5EF4-FFF2-40B4-BE49-F238E27FC236}">
                <a16:creationId xmlns:a16="http://schemas.microsoft.com/office/drawing/2014/main" id="{824689EE-7B5A-439F-8D2A-C84F8701423C}"/>
              </a:ext>
            </a:extLst>
          </p:cNvPr>
          <p:cNvSpPr>
            <a:spLocks xmlns:a="http://schemas.openxmlformats.org/drawingml/2006/main" noGrp="1"/>
          </p:cNvSpPr>
          <p:nvPr/>
        </p:nvSpPr>
        <p:spPr>
          <a:xfrm xmlns:a="http://schemas.openxmlformats.org/drawingml/2006/main">
            <a:off x="3676650" y="5505450"/>
            <a:ext cx="12954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675" b="1" i="0">
                <a:solidFill>
                  <a:srgbClr val="FBF8F1"/>
                </a:solidFill>
                <a:latin typeface="Consolas"/>
                <a:ea typeface="Consolas"/>
                <a:cs typeface="Consolas"/>
              </a:defRPr>
            </a:pPr>
            <a:r>
              <a:rPr sz="675" b="1" i="0">
                <a:solidFill>
                  <a:srgbClr val="FBF8F1"/>
                </a:solidFill>
                <a:latin typeface="Consolas"/>
                <a:ea typeface="Consolas"/>
                <a:cs typeface="Consolas"/>
              </a:rPr>
              <a:t>DESIGN</a:t>
            </a:r>
          </a:p>
        </p:txBody>
      </p:sp>
      <p:sp>
        <p:nvSpPr>
          <p:cNvPr id="14" name="frame-DRAWING">
            <a:extLst xmlns:a="http://schemas.openxmlformats.org/drawingml/2006/main">
              <a:ext uri="{FF2B5EF4-FFF2-40B4-BE49-F238E27FC236}">
                <a16:creationId xmlns:a16="http://schemas.microsoft.com/office/drawing/2014/main" id="{216155C5-F082-4A4A-85F8-67F52A06111B}"/>
              </a:ext>
            </a:extLst>
          </p:cNvPr>
          <p:cNvSpPr>
            <a:spLocks xmlns:a="http://schemas.openxmlformats.org/drawingml/2006/main" noGrp="1"/>
          </p:cNvSpPr>
          <p:nvPr/>
        </p:nvSpPr>
        <p:spPr>
          <a:xfrm xmlns:a="http://schemas.openxmlformats.org/drawingml/2006/main" rot="-42000">
            <a:off x="6153150" y="2971800"/>
            <a:ext cx="2819400" cy="2705100"/>
          </a:xfrm>
          <a:prstGeom xmlns:a="http://schemas.openxmlformats.org/drawingml/2006/main" prst="rect">
            <a:avLst/>
          </a:prstGeom>
          <a:solidFill xmlns:a="http://schemas.openxmlformats.org/drawingml/2006/main">
            <a:srgbClr val="FBF8F1"/>
          </a:solidFill>
          <a:ln xmlns:a="http://schemas.openxmlformats.org/drawingml/2006/main" w="9525">
            <a:solidFill>
              <a:srgbClr val="FBF8F1"/>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36" name=""/>
          <p:cNvPicPr>
            <a:picLocks xmlns:a="http://schemas.openxmlformats.org/drawingml/2006/main" noChangeAspect="1"/>
          </p:cNvPicPr>
          <p:nvPr/>
        </p:nvPicPr>
        <p:blipFill>
          <a:blip xmlns:r="http://schemas.openxmlformats.org/officeDocument/2006/relationships" xmlns:a="http://schemas.openxmlformats.org/drawingml/2006/main" r:embed="R59856fa5f6ef47a2"/>
          <a:srcRect xmlns:a="http://schemas.openxmlformats.org/drawingml/2006/main" l="8645" t="0" r="8645" b="0"/>
          <a:stretch xmlns:a="http://schemas.openxmlformats.org/drawingml/2006/main">
            <a:fillRect l="0" t="0" r="0" b="0"/>
          </a:stretch>
        </p:blipFill>
        <p:spPr>
          <a:xfrm xmlns:a="http://schemas.openxmlformats.org/drawingml/2006/main" rot="-42000">
            <a:off x="6229350" y="3048000"/>
            <a:ext cx="2667000" cy="2419350"/>
          </a:xfrm>
          <a:prstGeom xmlns:a="http://schemas.openxmlformats.org/drawingml/2006/main" prst="rect">
            <a:avLst/>
          </a:prstGeom>
        </p:spPr>
      </p:pic>
      <p:sp>
        <p:nvSpPr>
          <p:cNvPr id="16" name="work-label-2">
            <a:extLst xmlns:a="http://schemas.openxmlformats.org/drawingml/2006/main">
              <a:ext uri="{FF2B5EF4-FFF2-40B4-BE49-F238E27FC236}">
                <a16:creationId xmlns:a16="http://schemas.microsoft.com/office/drawing/2014/main" id="{926E54A8-1A37-44C1-A27A-A4E5C79C47EB}"/>
              </a:ext>
            </a:extLst>
          </p:cNvPr>
          <p:cNvSpPr>
            <a:spLocks xmlns:a="http://schemas.openxmlformats.org/drawingml/2006/main" noGrp="1"/>
          </p:cNvSpPr>
          <p:nvPr/>
        </p:nvSpPr>
        <p:spPr>
          <a:xfrm xmlns:a="http://schemas.openxmlformats.org/drawingml/2006/main">
            <a:off x="6343650" y="5143500"/>
            <a:ext cx="1428750" cy="22860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17" name="text-akhahex">
            <a:extLst xmlns:a="http://schemas.openxmlformats.org/drawingml/2006/main">
              <a:ext uri="{FF2B5EF4-FFF2-40B4-BE49-F238E27FC236}">
                <a16:creationId xmlns:a16="http://schemas.microsoft.com/office/drawing/2014/main" id="{3DB2B675-CF14-48A2-B97B-057BD8E4A3D1}"/>
              </a:ext>
            </a:extLst>
          </p:cNvPr>
          <p:cNvSpPr>
            <a:spLocks xmlns:a="http://schemas.openxmlformats.org/drawingml/2006/main" noGrp="1"/>
          </p:cNvSpPr>
          <p:nvPr/>
        </p:nvSpPr>
        <p:spPr>
          <a:xfrm xmlns:a="http://schemas.openxmlformats.org/drawingml/2006/main">
            <a:off x="6419850" y="5200650"/>
            <a:ext cx="12954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675" b="1" i="0">
                <a:solidFill>
                  <a:srgbClr val="FBF8F1"/>
                </a:solidFill>
                <a:latin typeface="Consolas"/>
                <a:ea typeface="Consolas"/>
                <a:cs typeface="Consolas"/>
              </a:defRPr>
            </a:pPr>
            <a:r>
              <a:rPr sz="675" b="1" i="0">
                <a:solidFill>
                  <a:srgbClr val="FBF8F1"/>
                </a:solidFill>
                <a:latin typeface="Consolas"/>
                <a:ea typeface="Consolas"/>
                <a:cs typeface="Consolas"/>
              </a:rPr>
              <a:t>DRAWING</a:t>
            </a:r>
          </a:p>
        </p:txBody>
      </p:sp>
      <p:sp>
        <p:nvSpPr>
          <p:cNvPr id="18" name="frame-DAILY NOTES">
            <a:extLst xmlns:a="http://schemas.openxmlformats.org/drawingml/2006/main">
              <a:ext uri="{FF2B5EF4-FFF2-40B4-BE49-F238E27FC236}">
                <a16:creationId xmlns:a16="http://schemas.microsoft.com/office/drawing/2014/main" id="{62E0C161-454E-4AED-B21E-6A5C788193CE}"/>
              </a:ext>
            </a:extLst>
          </p:cNvPr>
          <p:cNvSpPr>
            <a:spLocks xmlns:a="http://schemas.openxmlformats.org/drawingml/2006/main" noGrp="1"/>
          </p:cNvSpPr>
          <p:nvPr/>
        </p:nvSpPr>
        <p:spPr>
          <a:xfrm xmlns:a="http://schemas.openxmlformats.org/drawingml/2006/main" rot="90000">
            <a:off x="9048750" y="2457450"/>
            <a:ext cx="2705100" cy="3524250"/>
          </a:xfrm>
          <a:prstGeom xmlns:a="http://schemas.openxmlformats.org/drawingml/2006/main" prst="rect">
            <a:avLst/>
          </a:prstGeom>
          <a:solidFill xmlns:a="http://schemas.openxmlformats.org/drawingml/2006/main">
            <a:srgbClr val="FBF8F1"/>
          </a:solidFill>
          <a:ln xmlns:a="http://schemas.openxmlformats.org/drawingml/2006/main" w="9525">
            <a:solidFill>
              <a:srgbClr val="FBF8F1"/>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40" name=""/>
          <p:cNvPicPr>
            <a:picLocks xmlns:a="http://schemas.openxmlformats.org/drawingml/2006/main" noChangeAspect="1"/>
          </p:cNvPicPr>
          <p:nvPr/>
        </p:nvPicPr>
        <p:blipFill>
          <a:blip xmlns:r="http://schemas.openxmlformats.org/officeDocument/2006/relationships" xmlns:a="http://schemas.openxmlformats.org/drawingml/2006/main" r:embed="R66c9e3961ae84cc1"/>
          <a:srcRect xmlns:a="http://schemas.openxmlformats.org/drawingml/2006/main" l="0" t="2407" r="0" b="2407"/>
          <a:stretch xmlns:a="http://schemas.openxmlformats.org/drawingml/2006/main">
            <a:fillRect l="0" t="0" r="0" b="0"/>
          </a:stretch>
        </p:blipFill>
        <p:spPr>
          <a:xfrm xmlns:a="http://schemas.openxmlformats.org/drawingml/2006/main" rot="90000">
            <a:off x="9124950" y="2533650"/>
            <a:ext cx="2552700" cy="3238500"/>
          </a:xfrm>
          <a:prstGeom xmlns:a="http://schemas.openxmlformats.org/drawingml/2006/main" prst="rect">
            <a:avLst/>
          </a:prstGeom>
        </p:spPr>
      </p:pic>
      <p:sp>
        <p:nvSpPr>
          <p:cNvPr id="20" name="work-label-3">
            <a:extLst xmlns:a="http://schemas.openxmlformats.org/drawingml/2006/main">
              <a:ext uri="{FF2B5EF4-FFF2-40B4-BE49-F238E27FC236}">
                <a16:creationId xmlns:a16="http://schemas.microsoft.com/office/drawing/2014/main" id="{499A9B99-9DBA-4A70-BA78-DA785DAF617F}"/>
              </a:ext>
            </a:extLst>
          </p:cNvPr>
          <p:cNvSpPr>
            <a:spLocks xmlns:a="http://schemas.openxmlformats.org/drawingml/2006/main" noGrp="1"/>
          </p:cNvSpPr>
          <p:nvPr/>
        </p:nvSpPr>
        <p:spPr>
          <a:xfrm xmlns:a="http://schemas.openxmlformats.org/drawingml/2006/main">
            <a:off x="9239250" y="5448300"/>
            <a:ext cx="1428750" cy="22860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1" name="text-97ulcdc">
            <a:extLst xmlns:a="http://schemas.openxmlformats.org/drawingml/2006/main">
              <a:ext uri="{FF2B5EF4-FFF2-40B4-BE49-F238E27FC236}">
                <a16:creationId xmlns:a16="http://schemas.microsoft.com/office/drawing/2014/main" id="{704A0E9C-585D-455B-B122-A784D47CAA4D}"/>
              </a:ext>
            </a:extLst>
          </p:cNvPr>
          <p:cNvSpPr>
            <a:spLocks xmlns:a="http://schemas.openxmlformats.org/drawingml/2006/main" noGrp="1"/>
          </p:cNvSpPr>
          <p:nvPr/>
        </p:nvSpPr>
        <p:spPr>
          <a:xfrm xmlns:a="http://schemas.openxmlformats.org/drawingml/2006/main">
            <a:off x="9315450" y="5505450"/>
            <a:ext cx="1295400" cy="152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675" b="1" i="0">
                <a:solidFill>
                  <a:srgbClr val="FBF8F1"/>
                </a:solidFill>
                <a:latin typeface="Consolas"/>
                <a:ea typeface="Consolas"/>
                <a:cs typeface="Consolas"/>
              </a:defRPr>
            </a:pPr>
            <a:r>
              <a:rPr sz="675" b="1" i="0">
                <a:solidFill>
                  <a:srgbClr val="FBF8F1"/>
                </a:solidFill>
                <a:latin typeface="Consolas"/>
                <a:ea typeface="Consolas"/>
                <a:cs typeface="Consolas"/>
              </a:rPr>
              <a:t>DAILY NOTES</a:t>
            </a:r>
          </a:p>
        </p:txBody>
      </p:sp>
    </p:spTree>
    <p:extLst>
      <p:ext uri="{BB962C8B-B14F-4D97-AF65-F5344CB8AC3E}">
        <p14:creationId xmlns:p14="http://schemas.microsoft.com/office/powerpoint/2010/main" val="1907927771"/>
      </p:ext>
    </p:extLst>
  </p:cSld>
</p:sld>
</file>

<file path=ppt/slides/slide8.xml><?xml version="1.0" encoding="utf-8"?>
<p:sld xmlns:p="http://schemas.openxmlformats.org/presentationml/2006/main">
  <p:cSld>
    <p:bg>
      <p:bgPr>
        <a:solidFill xmlns:a="http://schemas.openxmlformats.org/drawingml/2006/main">
          <a:srgbClr val="F2EEE6"/>
        </a:solidFill>
      </p:bgPr>
    </p:bg>
    <p:spTree>
      <p:nvGrpSpPr>
        <p:cNvPr id="1" name=""/>
        <p:cNvGrpSpPr/>
        <p:nvPr/>
      </p:nvGrpSpPr>
      <p:grpSpPr>
        <a:xfrm xmlns:a="http://schemas.openxmlformats.org/drawingml/2006/main"/>
      </p:grpSpPr>
      <p:sp>
        <p:nvSpPr>
          <p:cNvPr id="14" name="line-48-38-28">
            <a:extLst xmlns:a="http://schemas.openxmlformats.org/drawingml/2006/main">
              <a:ext uri="{FF2B5EF4-FFF2-40B4-BE49-F238E27FC236}">
                <a16:creationId xmlns:a16="http://schemas.microsoft.com/office/drawing/2014/main" id="{7D6EB774-79EA-4F20-B43E-CFFD79E71078}"/>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 name="text-tnoyorm">
            <a:extLst xmlns:a="http://schemas.openxmlformats.org/drawingml/2006/main">
              <a:ext uri="{FF2B5EF4-FFF2-40B4-BE49-F238E27FC236}">
                <a16:creationId xmlns:a16="http://schemas.microsoft.com/office/drawing/2014/main" id="{43DE5750-F973-4212-A53F-DF45B570A0C8}"/>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171613"/>
                </a:solidFill>
                <a:latin typeface="Consolas"/>
                <a:ea typeface="Consolas"/>
                <a:cs typeface="Consolas"/>
              </a:defRPr>
            </a:pPr>
            <a:r>
              <a:rPr sz="825" b="1" i="0">
                <a:solidFill>
                  <a:srgbClr val="171613"/>
                </a:solidFill>
                <a:latin typeface="Consolas"/>
                <a:ea typeface="Consolas"/>
                <a:cs typeface="Consolas"/>
              </a:rPr>
              <a:t>ACCOUNT</a:t>
            </a:r>
          </a:p>
        </p:txBody>
      </p:sp>
      <p:sp>
        <p:nvSpPr>
          <p:cNvPr id="3" name="text-v3t2kgj">
            <a:extLst xmlns:a="http://schemas.openxmlformats.org/drawingml/2006/main">
              <a:ext uri="{FF2B5EF4-FFF2-40B4-BE49-F238E27FC236}">
                <a16:creationId xmlns:a16="http://schemas.microsoft.com/office/drawing/2014/main" id="{3981F2B4-4171-4262-AA6A-F6791B85F3A0}"/>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08</a:t>
            </a:r>
          </a:p>
        </p:txBody>
      </p:sp>
      <p:sp>
        <p:nvSpPr>
          <p:cNvPr id="4" name="text-wflkp1a">
            <a:extLst xmlns:a="http://schemas.openxmlformats.org/drawingml/2006/main">
              <a:ext uri="{FF2B5EF4-FFF2-40B4-BE49-F238E27FC236}">
                <a16:creationId xmlns:a16="http://schemas.microsoft.com/office/drawing/2014/main" id="{4860EECB-1431-4545-9AEE-B80A41D257A5}"/>
              </a:ext>
            </a:extLst>
          </p:cNvPr>
          <p:cNvSpPr>
            <a:spLocks xmlns:a="http://schemas.openxmlformats.org/drawingml/2006/main" noGrp="1"/>
          </p:cNvSpPr>
          <p:nvPr/>
        </p:nvSpPr>
        <p:spPr>
          <a:xfrm xmlns:a="http://schemas.openxmlformats.org/drawingml/2006/main">
            <a:off x="495300" y="647700"/>
            <a:ext cx="6667500" cy="1143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375" b="0" i="0">
                <a:solidFill>
                  <a:srgbClr val="171613"/>
                </a:solidFill>
                <a:latin typeface="Yu Mincho"/>
                <a:ea typeface="Yu Mincho"/>
                <a:cs typeface="Yu Mincho"/>
              </a:defRPr>
            </a:pPr>
            <a:r>
              <a:rPr sz="3375" b="0" i="0">
                <a:solidFill>
                  <a:srgbClr val="171613"/>
                </a:solidFill>
                <a:latin typeface="Yu Mincho"/>
                <a:ea typeface="Yu Mincho"/>
                <a:cs typeface="Yu Mincho"/>
              </a:rPr>
              <a:t>Account gives the exhibition</a:t>
            </a:r>
          </a:p>
          <a:p xmlns:a="http://schemas.openxmlformats.org/drawingml/2006/main">
            <a:pPr algn="l">
              <a:lnSpc>
                <a:spcPct val="96000"/>
              </a:lnSpc>
              <a:buNone/>
              <a:defRPr sz="3375" b="0" i="0">
                <a:solidFill>
                  <a:srgbClr val="171613"/>
                </a:solidFill>
                <a:latin typeface="Yu Mincho"/>
                <a:ea typeface="Yu Mincho"/>
                <a:cs typeface="Yu Mincho"/>
              </a:defRPr>
            </a:pPr>
            <a:r>
              <a:rPr sz="3375" b="0" i="0">
                <a:solidFill>
                  <a:srgbClr val="171613"/>
                </a:solidFill>
                <a:latin typeface="Yu Mincho"/>
                <a:ea typeface="Yu Mincho"/>
                <a:cs typeface="Yu Mincho"/>
              </a:rPr>
              <a:t>an owner.</a:t>
            </a:r>
          </a:p>
        </p:txBody>
      </p:sp>
      <p:sp>
        <p:nvSpPr>
          <p:cNvPr id="5" name="text-qxs8nxg">
            <a:extLst xmlns:a="http://schemas.openxmlformats.org/drawingml/2006/main">
              <a:ext uri="{FF2B5EF4-FFF2-40B4-BE49-F238E27FC236}">
                <a16:creationId xmlns:a16="http://schemas.microsoft.com/office/drawing/2014/main" id="{A5737B6D-8962-41A7-8BC1-E866CE0FB355}"/>
              </a:ext>
            </a:extLst>
          </p:cNvPr>
          <p:cNvSpPr>
            <a:spLocks xmlns:a="http://schemas.openxmlformats.org/drawingml/2006/main" noGrp="1"/>
          </p:cNvSpPr>
          <p:nvPr/>
        </p:nvSpPr>
        <p:spPr>
          <a:xfrm xmlns:a="http://schemas.openxmlformats.org/drawingml/2006/main">
            <a:off x="552450" y="1962150"/>
            <a:ext cx="457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0" i="1">
                <a:solidFill>
                  <a:srgbClr val="4D4942"/>
                </a:solidFill>
                <a:latin typeface="Yu Mincho"/>
                <a:ea typeface="Yu Mincho"/>
                <a:cs typeface="Yu Mincho"/>
              </a:defRPr>
            </a:pPr>
            <a:r>
              <a:rPr sz="1425" b="0" i="1">
                <a:solidFill>
                  <a:srgbClr val="4D4942"/>
                </a:solidFill>
                <a:latin typeface="Yu Mincho"/>
                <a:ea typeface="Yu Mincho"/>
                <a:cs typeface="Yu Mincho"/>
              </a:rPr>
              <a:t>Local accounts remain the primary path.</a:t>
            </a:r>
          </a:p>
        </p:txBody>
      </p:sp>
      <p:sp>
        <p:nvSpPr>
          <p:cNvPr id="6" name="frame-CampusFlow account dialog">
            <a:extLst xmlns:a="http://schemas.openxmlformats.org/drawingml/2006/main">
              <a:ext uri="{FF2B5EF4-FFF2-40B4-BE49-F238E27FC236}">
                <a16:creationId xmlns:a16="http://schemas.microsoft.com/office/drawing/2014/main" id="{252F6C0F-794C-45E5-9BD6-6F03FBCF340E}"/>
              </a:ext>
            </a:extLst>
          </p:cNvPr>
          <p:cNvSpPr>
            <a:spLocks xmlns:a="http://schemas.openxmlformats.org/drawingml/2006/main" noGrp="1"/>
          </p:cNvSpPr>
          <p:nvPr/>
        </p:nvSpPr>
        <p:spPr>
          <a:xfrm xmlns:a="http://schemas.openxmlformats.org/drawingml/2006/main" rot="24000">
            <a:off x="3333750" y="2305050"/>
            <a:ext cx="8058150" cy="3990975"/>
          </a:xfrm>
          <a:prstGeom xmlns:a="http://schemas.openxmlformats.org/drawingml/2006/main" prst="rect">
            <a:avLst/>
          </a:prstGeom>
          <a:solidFill xmlns:a="http://schemas.openxmlformats.org/drawingml/2006/main">
            <a:srgbClr val="FBF8F1"/>
          </a:solidFill>
          <a:ln xmlns:a="http://schemas.openxmlformats.org/drawingml/2006/main" w="9525">
            <a:solidFill>
              <a:srgbClr val="171613"/>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959da8eb60e24a3f"/>
          <a:stretch xmlns:a="http://schemas.openxmlformats.org/drawingml/2006/main"/>
        </p:blipFill>
        <p:spPr>
          <a:xfrm xmlns:a="http://schemas.openxmlformats.org/drawingml/2006/main" rot="24000">
            <a:off x="4060825" y="2381250"/>
            <a:ext cx="6604000" cy="3714750"/>
          </a:xfrm>
          <a:prstGeom xmlns:a="http://schemas.openxmlformats.org/drawingml/2006/main" prst="rect">
            <a:avLst/>
          </a:prstGeom>
        </p:spPr>
      </p:pic>
      <p:sp>
        <p:nvSpPr>
          <p:cNvPr id="8" name="text-x7e1odo">
            <a:extLst xmlns:a="http://schemas.openxmlformats.org/drawingml/2006/main">
              <a:ext uri="{FF2B5EF4-FFF2-40B4-BE49-F238E27FC236}">
                <a16:creationId xmlns:a16="http://schemas.microsoft.com/office/drawing/2014/main" id="{843A7B6B-07C9-4044-B545-D0A60478229A}"/>
              </a:ext>
            </a:extLst>
          </p:cNvPr>
          <p:cNvSpPr>
            <a:spLocks xmlns:a="http://schemas.openxmlformats.org/drawingml/2006/main" noGrp="1"/>
          </p:cNvSpPr>
          <p:nvPr/>
        </p:nvSpPr>
        <p:spPr>
          <a:xfrm xmlns:a="http://schemas.openxmlformats.org/drawingml/2006/main">
            <a:off x="514350" y="287655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PRIMARY</a:t>
            </a:r>
          </a:p>
        </p:txBody>
      </p:sp>
      <p:sp>
        <p:nvSpPr>
          <p:cNvPr id="9" name="text-3p16y3u">
            <a:extLst xmlns:a="http://schemas.openxmlformats.org/drawingml/2006/main">
              <a:ext uri="{FF2B5EF4-FFF2-40B4-BE49-F238E27FC236}">
                <a16:creationId xmlns:a16="http://schemas.microsoft.com/office/drawing/2014/main" id="{58927A18-49B9-4958-A4EE-8E5B9AAB656D}"/>
              </a:ext>
            </a:extLst>
          </p:cNvPr>
          <p:cNvSpPr>
            <a:spLocks xmlns:a="http://schemas.openxmlformats.org/drawingml/2006/main" noGrp="1"/>
          </p:cNvSpPr>
          <p:nvPr/>
        </p:nvSpPr>
        <p:spPr>
          <a:xfrm xmlns:a="http://schemas.openxmlformats.org/drawingml/2006/main">
            <a:off x="514350" y="3181350"/>
            <a:ext cx="226695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1875" b="0" i="0">
                <a:solidFill>
                  <a:srgbClr val="171613"/>
                </a:solidFill>
                <a:latin typeface="Yu Mincho"/>
                <a:ea typeface="Yu Mincho"/>
                <a:cs typeface="Yu Mincho"/>
              </a:defRPr>
            </a:pPr>
            <a:r>
              <a:rPr sz="1875" b="0" i="0">
                <a:solidFill>
                  <a:srgbClr val="171613"/>
                </a:solidFill>
                <a:latin typeface="Yu Mincho"/>
                <a:ea typeface="Yu Mincho"/>
                <a:cs typeface="Yu Mincho"/>
              </a:rPr>
              <a:t>Username</a:t>
            </a:r>
          </a:p>
          <a:p xmlns:a="http://schemas.openxmlformats.org/drawingml/2006/main">
            <a:pPr algn="l">
              <a:lnSpc>
                <a:spcPct val="108000"/>
              </a:lnSpc>
              <a:buNone/>
              <a:defRPr sz="1875" b="0" i="0">
                <a:solidFill>
                  <a:srgbClr val="171613"/>
                </a:solidFill>
                <a:latin typeface="Yu Mincho"/>
                <a:ea typeface="Yu Mincho"/>
                <a:cs typeface="Yu Mincho"/>
              </a:defRPr>
            </a:pPr>
            <a:r>
              <a:rPr sz="1875" b="0" i="0">
                <a:solidFill>
                  <a:srgbClr val="171613"/>
                </a:solidFill>
                <a:latin typeface="Yu Mincho"/>
                <a:ea typeface="Yu Mincho"/>
                <a:cs typeface="Yu Mincho"/>
              </a:rPr>
              <a:t>and password</a:t>
            </a:r>
          </a:p>
        </p:txBody>
      </p:sp>
      <p:sp>
        <p:nvSpPr>
          <p:cNvPr id="10" name="line-60-436-246">
            <a:extLst xmlns:a="http://schemas.openxmlformats.org/drawingml/2006/main">
              <a:ext uri="{FF2B5EF4-FFF2-40B4-BE49-F238E27FC236}">
                <a16:creationId xmlns:a16="http://schemas.microsoft.com/office/drawing/2014/main" id="{1E92DAE6-664D-4DA5-A586-A22B1682579C}"/>
              </a:ext>
            </a:extLst>
          </p:cNvPr>
          <p:cNvSpPr>
            <a:spLocks xmlns:a="http://schemas.openxmlformats.org/drawingml/2006/main" noGrp="1"/>
          </p:cNvSpPr>
          <p:nvPr/>
        </p:nvSpPr>
        <p:spPr>
          <a:xfrm xmlns:a="http://schemas.openxmlformats.org/drawingml/2006/main">
            <a:off x="571500" y="4152900"/>
            <a:ext cx="234315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11" name="text-zegi12x">
            <a:extLst xmlns:a="http://schemas.openxmlformats.org/drawingml/2006/main">
              <a:ext uri="{FF2B5EF4-FFF2-40B4-BE49-F238E27FC236}">
                <a16:creationId xmlns:a16="http://schemas.microsoft.com/office/drawing/2014/main" id="{0D5E4EAE-8B62-4011-A9A7-E8266C135E11}"/>
              </a:ext>
            </a:extLst>
          </p:cNvPr>
          <p:cNvSpPr>
            <a:spLocks xmlns:a="http://schemas.openxmlformats.org/drawingml/2006/main" noGrp="1"/>
          </p:cNvSpPr>
          <p:nvPr/>
        </p:nvSpPr>
        <p:spPr>
          <a:xfrm xmlns:a="http://schemas.openxmlformats.org/drawingml/2006/main">
            <a:off x="514350" y="4591050"/>
            <a:ext cx="1524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7D776D"/>
                </a:solidFill>
                <a:latin typeface="Consolas"/>
                <a:ea typeface="Consolas"/>
                <a:cs typeface="Consolas"/>
              </a:defRPr>
            </a:pPr>
            <a:r>
              <a:rPr sz="825" b="1" i="0">
                <a:solidFill>
                  <a:srgbClr val="7D776D"/>
                </a:solidFill>
                <a:latin typeface="Consolas"/>
                <a:ea typeface="Consolas"/>
                <a:cs typeface="Consolas"/>
              </a:rPr>
              <a:t>SECONDARY</a:t>
            </a:r>
          </a:p>
        </p:txBody>
      </p:sp>
      <p:sp>
        <p:nvSpPr>
          <p:cNvPr id="12" name="text-v4r9ouq">
            <a:extLst xmlns:a="http://schemas.openxmlformats.org/drawingml/2006/main">
              <a:ext uri="{FF2B5EF4-FFF2-40B4-BE49-F238E27FC236}">
                <a16:creationId xmlns:a16="http://schemas.microsoft.com/office/drawing/2014/main" id="{06579AC0-213C-46C9-AEB1-BB5BB8674D41}"/>
              </a:ext>
            </a:extLst>
          </p:cNvPr>
          <p:cNvSpPr>
            <a:spLocks xmlns:a="http://schemas.openxmlformats.org/drawingml/2006/main" noGrp="1"/>
          </p:cNvSpPr>
          <p:nvPr/>
        </p:nvSpPr>
        <p:spPr>
          <a:xfrm xmlns:a="http://schemas.openxmlformats.org/drawingml/2006/main">
            <a:off x="514350" y="4914900"/>
            <a:ext cx="23431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0" i="0">
                <a:solidFill>
                  <a:srgbClr val="4D4942"/>
                </a:solidFill>
                <a:latin typeface="Yu Mincho"/>
                <a:ea typeface="Yu Mincho"/>
                <a:cs typeface="Yu Mincho"/>
              </a:defRPr>
            </a:pPr>
            <a:r>
              <a:rPr sz="1425" b="0" i="0">
                <a:solidFill>
                  <a:srgbClr val="4D4942"/>
                </a:solidFill>
                <a:latin typeface="Yu Mincho"/>
                <a:ea typeface="Yu Mincho"/>
                <a:cs typeface="Yu Mincho"/>
              </a:rPr>
              <a:t>Google / GitHub</a:t>
            </a:r>
          </a:p>
        </p:txBody>
      </p:sp>
      <p:sp>
        <p:nvSpPr>
          <p:cNvPr id="13" name="text-zh8axnv">
            <a:extLst xmlns:a="http://schemas.openxmlformats.org/drawingml/2006/main">
              <a:ext uri="{FF2B5EF4-FFF2-40B4-BE49-F238E27FC236}">
                <a16:creationId xmlns:a16="http://schemas.microsoft.com/office/drawing/2014/main" id="{4B728F41-45CB-4E85-9CDF-07BF522DDDE7}"/>
              </a:ext>
            </a:extLst>
          </p:cNvPr>
          <p:cNvSpPr>
            <a:spLocks xmlns:a="http://schemas.openxmlformats.org/drawingml/2006/main" noGrp="1"/>
          </p:cNvSpPr>
          <p:nvPr/>
        </p:nvSpPr>
        <p:spPr>
          <a:xfrm xmlns:a="http://schemas.openxmlformats.org/drawingml/2006/main">
            <a:off x="533400" y="62293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MASKED PASSWORD / NORMAL USER REGISTRATION / GUEST CONTINUES</a:t>
            </a:r>
          </a:p>
        </p:txBody>
      </p:sp>
    </p:spTree>
    <p:extLst>
      <p:ext uri="{BB962C8B-B14F-4D97-AF65-F5344CB8AC3E}">
        <p14:creationId xmlns:p14="http://schemas.microsoft.com/office/powerpoint/2010/main" val="1328676244"/>
      </p:ext>
    </p:extLst>
  </p:cSld>
</p:sld>
</file>

<file path=ppt/slides/slide9.xml><?xml version="1.0" encoding="utf-8"?>
<p:sld xmlns:p="http://schemas.openxmlformats.org/presentationml/2006/main">
  <p:cSld>
    <p:bg>
      <p:bgPr>
        <a:solidFill xmlns:a="http://schemas.openxmlformats.org/drawingml/2006/main">
          <a:srgbClr val="0E0E0D"/>
        </a:solidFill>
      </p:bgPr>
    </p:bg>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d5701b40cd9d4f5c"/>
          <a:srcRect xmlns:a="http://schemas.openxmlformats.org/drawingml/2006/main" l="0" t="31250" r="0" b="3125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demo-black-field">
            <a:extLst xmlns:a="http://schemas.openxmlformats.org/drawingml/2006/main">
              <a:ext uri="{FF2B5EF4-FFF2-40B4-BE49-F238E27FC236}">
                <a16:creationId xmlns:a16="http://schemas.microsoft.com/office/drawing/2014/main" id="{DA4BD896-0D11-4977-BE29-FA89062F00A2}"/>
              </a:ext>
            </a:extLst>
          </p:cNvPr>
          <p:cNvSpPr>
            <a:spLocks xmlns:a="http://schemas.openxmlformats.org/drawingml/2006/main" noGrp="1"/>
          </p:cNvSpPr>
          <p:nvPr/>
        </p:nvSpPr>
        <p:spPr>
          <a:xfrm xmlns:a="http://schemas.openxmlformats.org/drawingml/2006/main">
            <a:off x="0" y="0"/>
            <a:ext cx="6477000" cy="6858000"/>
          </a:xfrm>
          <a:prstGeom xmlns:a="http://schemas.openxmlformats.org/drawingml/2006/main" prst="rect">
            <a:avLst/>
          </a:prstGeom>
          <a:solidFill xmlns:a="http://schemas.openxmlformats.org/drawingml/2006/main">
            <a:srgbClr val="0E0E0D"/>
          </a:solidFill>
          <a:ln xmlns:a="http://schemas.openxmlformats.org/drawingml/2006/main" w="0">
            <a:noFill/>
            <a:prstDash val="solid"/>
          </a:ln>
        </p:spPr>
      </p:sp>
      <p:sp>
        <p:nvSpPr>
          <p:cNvPr id="3" name="demo-red-bar">
            <a:extLst xmlns:a="http://schemas.openxmlformats.org/drawingml/2006/main">
              <a:ext uri="{FF2B5EF4-FFF2-40B4-BE49-F238E27FC236}">
                <a16:creationId xmlns:a16="http://schemas.microsoft.com/office/drawing/2014/main" id="{D3B7D9BB-208A-4839-8917-94F6841F0CAA}"/>
              </a:ext>
            </a:extLst>
          </p:cNvPr>
          <p:cNvSpPr>
            <a:spLocks xmlns:a="http://schemas.openxmlformats.org/drawingml/2006/main" noGrp="1"/>
          </p:cNvSpPr>
          <p:nvPr/>
        </p:nvSpPr>
        <p:spPr>
          <a:xfrm xmlns:a="http://schemas.openxmlformats.org/drawingml/2006/main">
            <a:off x="6153150" y="0"/>
            <a:ext cx="323850" cy="685800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4" name="text-vk4lwkm">
            <a:extLst xmlns:a="http://schemas.openxmlformats.org/drawingml/2006/main">
              <a:ext uri="{FF2B5EF4-FFF2-40B4-BE49-F238E27FC236}">
                <a16:creationId xmlns:a16="http://schemas.microsoft.com/office/drawing/2014/main" id="{DF4CB3DD-3DA9-41F5-8385-00D69DA57E3B}"/>
              </a:ext>
            </a:extLst>
          </p:cNvPr>
          <p:cNvSpPr>
            <a:spLocks xmlns:a="http://schemas.openxmlformats.org/drawingml/2006/main" noGrp="1"/>
          </p:cNvSpPr>
          <p:nvPr/>
        </p:nvSpPr>
        <p:spPr>
          <a:xfrm xmlns:a="http://schemas.openxmlformats.org/drawingml/2006/main">
            <a:off x="457200" y="838200"/>
            <a:ext cx="20955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934"/>
          </a:bodyPr>
          <a:lstStyle xmlns:a="http://schemas.openxmlformats.org/drawingml/2006/main"/>
          <a:p xmlns:a="http://schemas.openxmlformats.org/drawingml/2006/main">
            <a:pPr algn="l">
              <a:lnSpc>
                <a:spcPct val="104000"/>
              </a:lnSpc>
              <a:buNone/>
              <a:defRPr sz="8100" b="0" i="0">
                <a:solidFill>
                  <a:srgbClr val="D84A32"/>
                </a:solidFill>
                <a:latin typeface="Yu Mincho"/>
                <a:ea typeface="Yu Mincho"/>
                <a:cs typeface="Yu Mincho"/>
              </a:defRPr>
            </a:pPr>
            <a:r>
              <a:rPr sz="8100" b="0" i="0">
                <a:solidFill>
                  <a:srgbClr val="D84A32"/>
                </a:solidFill>
                <a:latin typeface="Yu Mincho"/>
                <a:ea typeface="Yu Mincho"/>
                <a:cs typeface="Yu Mincho"/>
              </a:rPr>
              <a:t>09</a:t>
            </a:r>
          </a:p>
        </p:txBody>
      </p:sp>
      <p:sp>
        <p:nvSpPr>
          <p:cNvPr id="5" name="text-8a6iiaj">
            <a:extLst xmlns:a="http://schemas.openxmlformats.org/drawingml/2006/main">
              <a:ext uri="{FF2B5EF4-FFF2-40B4-BE49-F238E27FC236}">
                <a16:creationId xmlns:a16="http://schemas.microsoft.com/office/drawing/2014/main" id="{8FD330DE-4A4D-4CCA-B972-D6D7647B0AC8}"/>
              </a:ext>
            </a:extLst>
          </p:cNvPr>
          <p:cNvSpPr>
            <a:spLocks xmlns:a="http://schemas.openxmlformats.org/drawingml/2006/main" noGrp="1"/>
          </p:cNvSpPr>
          <p:nvPr/>
        </p:nvSpPr>
        <p:spPr>
          <a:xfrm xmlns:a="http://schemas.openxmlformats.org/drawingml/2006/main">
            <a:off x="533400" y="2686050"/>
            <a:ext cx="4953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600" b="0" i="0">
                <a:solidFill>
                  <a:srgbClr val="FBF8F1"/>
                </a:solidFill>
                <a:latin typeface="Yu Mincho"/>
                <a:ea typeface="Yu Mincho"/>
                <a:cs typeface="Yu Mincho"/>
              </a:defRPr>
            </a:pPr>
            <a:r>
              <a:rPr sz="3600" b="0" i="0">
                <a:solidFill>
                  <a:srgbClr val="FBF8F1"/>
                </a:solidFill>
                <a:latin typeface="Yu Mincho"/>
                <a:ea typeface="Yu Mincho"/>
                <a:cs typeface="Yu Mincho"/>
              </a:rPr>
              <a:t>Now the service</a:t>
            </a:r>
          </a:p>
          <a:p xmlns:a="http://schemas.openxmlformats.org/drawingml/2006/main">
            <a:pPr algn="l">
              <a:lnSpc>
                <a:spcPct val="96000"/>
              </a:lnSpc>
              <a:buNone/>
              <a:defRPr sz="3600" b="0" i="0">
                <a:solidFill>
                  <a:srgbClr val="FBF8F1"/>
                </a:solidFill>
                <a:latin typeface="Yu Mincho"/>
                <a:ea typeface="Yu Mincho"/>
                <a:cs typeface="Yu Mincho"/>
              </a:defRPr>
            </a:pPr>
            <a:r>
              <a:rPr sz="3600" b="0" i="0">
                <a:solidFill>
                  <a:srgbClr val="FBF8F1"/>
                </a:solidFill>
                <a:latin typeface="Yu Mincho"/>
                <a:ea typeface="Yu Mincho"/>
                <a:cs typeface="Yu Mincho"/>
              </a:rPr>
              <a:t>can speak for itself.</a:t>
            </a:r>
          </a:p>
        </p:txBody>
      </p:sp>
      <p:sp>
        <p:nvSpPr>
          <p:cNvPr id="6" name="text-u7v6dh6">
            <a:extLst xmlns:a="http://schemas.openxmlformats.org/drawingml/2006/main">
              <a:ext uri="{FF2B5EF4-FFF2-40B4-BE49-F238E27FC236}">
                <a16:creationId xmlns:a16="http://schemas.microsoft.com/office/drawing/2014/main" id="{FC0C157C-598B-4B05-B4A1-5AC416574DD5}"/>
              </a:ext>
            </a:extLst>
          </p:cNvPr>
          <p:cNvSpPr>
            <a:spLocks xmlns:a="http://schemas.openxmlformats.org/drawingml/2006/main" noGrp="1"/>
          </p:cNvSpPr>
          <p:nvPr/>
        </p:nvSpPr>
        <p:spPr>
          <a:xfrm xmlns:a="http://schemas.openxmlformats.org/drawingml/2006/main">
            <a:off x="571500" y="47815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D7B270"/>
                </a:solidFill>
                <a:latin typeface="Consolas"/>
                <a:ea typeface="Consolas"/>
                <a:cs typeface="Consolas"/>
              </a:defRPr>
            </a:pPr>
            <a:r>
              <a:rPr sz="900" b="1" i="0">
                <a:solidFill>
                  <a:srgbClr val="D7B270"/>
                </a:solidFill>
                <a:latin typeface="Consolas"/>
                <a:ea typeface="Consolas"/>
                <a:cs typeface="Consolas"/>
              </a:rPr>
              <a:t>TODAY   /   PORTFOLIO   /   ACCOUNT</a:t>
            </a:r>
          </a:p>
        </p:txBody>
      </p:sp>
      <p:sp>
        <p:nvSpPr>
          <p:cNvPr id="7" name="text-ba9m769">
            <a:extLst xmlns:a="http://schemas.openxmlformats.org/drawingml/2006/main">
              <a:ext uri="{FF2B5EF4-FFF2-40B4-BE49-F238E27FC236}">
                <a16:creationId xmlns:a16="http://schemas.microsoft.com/office/drawing/2014/main" id="{554E9793-F49A-4AFD-B510-6A76FB4A9D2E}"/>
              </a:ext>
            </a:extLst>
          </p:cNvPr>
          <p:cNvSpPr>
            <a:spLocks xmlns:a="http://schemas.openxmlformats.org/drawingml/2006/main" noGrp="1"/>
          </p:cNvSpPr>
          <p:nvPr/>
        </p:nvSpPr>
        <p:spPr>
          <a:xfrm xmlns:a="http://schemas.openxmlformats.org/drawingml/2006/main">
            <a:off x="571500" y="5314950"/>
            <a:ext cx="4667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350" b="0" i="1">
                <a:solidFill>
                  <a:srgbClr val="BBB5AC"/>
                </a:solidFill>
                <a:latin typeface="Yu Mincho"/>
                <a:ea typeface="Yu Mincho"/>
                <a:cs typeface="Yu Mincho"/>
              </a:defRPr>
            </a:pPr>
            <a:r>
              <a:rPr sz="1350" b="0" i="1">
                <a:solidFill>
                  <a:srgbClr val="BBB5AC"/>
                </a:solidFill>
                <a:latin typeface="Yu Mincho"/>
                <a:ea typeface="Yu Mincho"/>
                <a:cs typeface="Yu Mincho"/>
              </a:rPr>
              <a:t>I will switch to the running application.</a:t>
            </a:r>
          </a:p>
        </p:txBody>
      </p:sp>
      <p:sp>
        <p:nvSpPr>
          <p:cNvPr id="8" name="text-w6qu1pz">
            <a:extLst xmlns:a="http://schemas.openxmlformats.org/drawingml/2006/main">
              <a:ext uri="{FF2B5EF4-FFF2-40B4-BE49-F238E27FC236}">
                <a16:creationId xmlns:a16="http://schemas.microsoft.com/office/drawing/2014/main" id="{2A372261-6616-4A55-ADB0-2EDB16098B3D}"/>
              </a:ext>
            </a:extLst>
          </p:cNvPr>
          <p:cNvSpPr>
            <a:spLocks xmlns:a="http://schemas.openxmlformats.org/drawingml/2006/main" noGrp="1"/>
          </p:cNvSpPr>
          <p:nvPr/>
        </p:nvSpPr>
        <p:spPr>
          <a:xfrm xmlns:a="http://schemas.openxmlformats.org/drawingml/2006/main">
            <a:off x="9791700" y="6362700"/>
            <a:ext cx="1905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FBF8F1"/>
                </a:solidFill>
                <a:latin typeface="Consolas"/>
                <a:ea typeface="Consolas"/>
                <a:cs typeface="Consolas"/>
              </a:defRPr>
            </a:pPr>
            <a:r>
              <a:rPr sz="750" b="0" i="0">
                <a:solidFill>
                  <a:srgbClr val="FBF8F1"/>
                </a:solidFill>
                <a:latin typeface="Consolas"/>
                <a:ea typeface="Consolas"/>
                <a:cs typeface="Consolas"/>
              </a:rPr>
              <a:t>LIVE DEMONSTRATION</a:t>
            </a:r>
          </a:p>
        </p:txBody>
      </p:sp>
    </p:spTree>
    <p:extLst>
      <p:ext uri="{BB962C8B-B14F-4D97-AF65-F5344CB8AC3E}">
        <p14:creationId xmlns:p14="http://schemas.microsoft.com/office/powerpoint/2010/main" val="1918824388"/>
      </p:ext>
    </p:extLst>
  </p:cSld>
</p:sld>
</file>

<file path=ppt/slides/slide10.xml><?xml version="1.0" encoding="utf-8"?>
<p:sld xmlns:p="http://schemas.openxmlformats.org/presentationml/2006/main">
  <p:cSld>
    <p:bg>
      <p:bgPr>
        <a:solidFill xmlns:a="http://schemas.openxmlformats.org/drawingml/2006/main">
          <a:srgbClr val="F2EEE6"/>
        </a:solidFill>
      </p:bgPr>
    </p:bg>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2979be07c1314f7b"/>
          <a:srcRect xmlns:a="http://schemas.openxmlformats.org/drawingml/2006/main" l="0" t="32159" r="0" b="32159"/>
          <a:stretch xmlns:a="http://schemas.openxmlformats.org/drawingml/2006/main">
            <a:fillRect l="0" t="0" r="0" b="0"/>
          </a:stretch>
        </p:blipFill>
        <p:spPr>
          <a:xfrm xmlns:a="http://schemas.openxmlformats.org/drawingml/2006/main">
            <a:off x="0" y="0"/>
            <a:ext cx="12192000" cy="2000250"/>
          </a:xfrm>
          <a:prstGeom xmlns:a="http://schemas.openxmlformats.org/drawingml/2006/main" prst="rect">
            <a:avLst/>
          </a:prstGeom>
        </p:spPr>
      </p:pic>
      <p:sp>
        <p:nvSpPr>
          <p:cNvPr id="2" name="line-48-38-28">
            <a:extLst xmlns:a="http://schemas.openxmlformats.org/drawingml/2006/main">
              <a:ext uri="{FF2B5EF4-FFF2-40B4-BE49-F238E27FC236}">
                <a16:creationId xmlns:a16="http://schemas.microsoft.com/office/drawing/2014/main" id="{D66EEC3E-5F1C-4BC9-87E1-E7507B442C07}"/>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3" name="text-t6u6h25">
            <a:extLst xmlns:a="http://schemas.openxmlformats.org/drawingml/2006/main">
              <a:ext uri="{FF2B5EF4-FFF2-40B4-BE49-F238E27FC236}">
                <a16:creationId xmlns:a16="http://schemas.microsoft.com/office/drawing/2014/main" id="{7DCD6131-0E47-4A7A-A506-4E8941BA00B5}"/>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171613"/>
                </a:solidFill>
                <a:latin typeface="Consolas"/>
                <a:ea typeface="Consolas"/>
                <a:cs typeface="Consolas"/>
              </a:defRPr>
            </a:pPr>
            <a:r>
              <a:rPr sz="825" b="1" i="0">
                <a:solidFill>
                  <a:srgbClr val="171613"/>
                </a:solidFill>
                <a:latin typeface="Consolas"/>
                <a:ea typeface="Consolas"/>
                <a:cs typeface="Consolas"/>
              </a:rPr>
              <a:t>DESIGN LANGUAGE</a:t>
            </a:r>
          </a:p>
        </p:txBody>
      </p:sp>
      <p:sp>
        <p:nvSpPr>
          <p:cNvPr id="4" name="text-vv4omm1">
            <a:extLst xmlns:a="http://schemas.openxmlformats.org/drawingml/2006/main">
              <a:ext uri="{FF2B5EF4-FFF2-40B4-BE49-F238E27FC236}">
                <a16:creationId xmlns:a16="http://schemas.microsoft.com/office/drawing/2014/main" id="{824DEFF8-EC11-4D66-B9B7-9B2BF50CF189}"/>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10</a:t>
            </a:r>
          </a:p>
        </p:txBody>
      </p:sp>
      <p:sp>
        <p:nvSpPr>
          <p:cNvPr id="5" name="text-9tstfx2">
            <a:extLst xmlns:a="http://schemas.openxmlformats.org/drawingml/2006/main">
              <a:ext uri="{FF2B5EF4-FFF2-40B4-BE49-F238E27FC236}">
                <a16:creationId xmlns:a16="http://schemas.microsoft.com/office/drawing/2014/main" id="{344D85F7-6EE5-4DE6-804B-F84ADE092B22}"/>
              </a:ext>
            </a:extLst>
          </p:cNvPr>
          <p:cNvSpPr>
            <a:spLocks xmlns:a="http://schemas.openxmlformats.org/drawingml/2006/main" noGrp="1"/>
          </p:cNvSpPr>
          <p:nvPr/>
        </p:nvSpPr>
        <p:spPr>
          <a:xfrm xmlns:a="http://schemas.openxmlformats.org/drawingml/2006/main">
            <a:off x="495300" y="2419350"/>
            <a:ext cx="619125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450" b="0" i="0">
                <a:solidFill>
                  <a:srgbClr val="171613"/>
                </a:solidFill>
                <a:latin typeface="Yu Mincho"/>
                <a:ea typeface="Yu Mincho"/>
                <a:cs typeface="Yu Mincho"/>
              </a:defRPr>
            </a:pPr>
            <a:r>
              <a:rPr sz="3450" b="0" i="0">
                <a:solidFill>
                  <a:srgbClr val="171613"/>
                </a:solidFill>
                <a:latin typeface="Yu Mincho"/>
                <a:ea typeface="Yu Mincho"/>
                <a:cs typeface="Yu Mincho"/>
              </a:rPr>
              <a:t>The visual system borrows</a:t>
            </a:r>
          </a:p>
          <a:p xmlns:a="http://schemas.openxmlformats.org/drawingml/2006/main">
            <a:pPr algn="l">
              <a:lnSpc>
                <a:spcPct val="96000"/>
              </a:lnSpc>
              <a:buNone/>
              <a:defRPr sz="3450" b="0" i="0">
                <a:solidFill>
                  <a:srgbClr val="171613"/>
                </a:solidFill>
                <a:latin typeface="Yu Mincho"/>
                <a:ea typeface="Yu Mincho"/>
                <a:cs typeface="Yu Mincho"/>
              </a:defRPr>
            </a:pPr>
            <a:r>
              <a:rPr sz="3450" b="0" i="0">
                <a:solidFill>
                  <a:srgbClr val="171613"/>
                </a:solidFill>
                <a:latin typeface="Yu Mincho"/>
                <a:ea typeface="Yu Mincho"/>
                <a:cs typeface="Yu Mincho"/>
              </a:rPr>
              <a:t>the rhythm of print.</a:t>
            </a:r>
          </a:p>
        </p:txBody>
      </p:sp>
      <p:sp>
        <p:nvSpPr>
          <p:cNvPr id="6" name="frame-Red temple through maple">
            <a:extLst xmlns:a="http://schemas.openxmlformats.org/drawingml/2006/main">
              <a:ext uri="{FF2B5EF4-FFF2-40B4-BE49-F238E27FC236}">
                <a16:creationId xmlns:a16="http://schemas.microsoft.com/office/drawing/2014/main" id="{E7D7EE2A-DD2F-4090-815E-C2BA6BD4A9B0}"/>
              </a:ext>
            </a:extLst>
          </p:cNvPr>
          <p:cNvSpPr>
            <a:spLocks xmlns:a="http://schemas.openxmlformats.org/drawingml/2006/main" noGrp="1"/>
          </p:cNvSpPr>
          <p:nvPr/>
        </p:nvSpPr>
        <p:spPr>
          <a:xfrm xmlns:a="http://schemas.openxmlformats.org/drawingml/2006/main" rot="120000">
            <a:off x="7981950" y="2419350"/>
            <a:ext cx="3257550" cy="3276600"/>
          </a:xfrm>
          <a:prstGeom xmlns:a="http://schemas.openxmlformats.org/drawingml/2006/main" prst="rect">
            <a:avLst/>
          </a:prstGeom>
          <a:solidFill xmlns:a="http://schemas.openxmlformats.org/drawingml/2006/main">
            <a:srgbClr val="FBF8F1"/>
          </a:solidFill>
          <a:ln xmlns:a="http://schemas.openxmlformats.org/drawingml/2006/main" w="9525">
            <a:solidFill>
              <a:srgbClr val="171613"/>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23a02f2ec8494339"/>
          <a:srcRect xmlns:a="http://schemas.openxmlformats.org/drawingml/2006/main" l="0" t="17869" r="0" b="17869"/>
          <a:stretch xmlns:a="http://schemas.openxmlformats.org/drawingml/2006/main">
            <a:fillRect l="0" t="0" r="0" b="0"/>
          </a:stretch>
        </p:blipFill>
        <p:spPr>
          <a:xfrm xmlns:a="http://schemas.openxmlformats.org/drawingml/2006/main" rot="120000">
            <a:off x="8058150" y="2495550"/>
            <a:ext cx="3105150" cy="2990850"/>
          </a:xfrm>
          <a:prstGeom xmlns:a="http://schemas.openxmlformats.org/drawingml/2006/main" prst="rect">
            <a:avLst/>
          </a:prstGeom>
        </p:spPr>
      </p:pic>
      <p:sp>
        <p:nvSpPr>
          <p:cNvPr id="8" name="line-58-460-180">
            <a:extLst xmlns:a="http://schemas.openxmlformats.org/drawingml/2006/main">
              <a:ext uri="{FF2B5EF4-FFF2-40B4-BE49-F238E27FC236}">
                <a16:creationId xmlns:a16="http://schemas.microsoft.com/office/drawing/2014/main" id="{C964C934-3626-405C-8713-DFA869A12E71}"/>
              </a:ext>
            </a:extLst>
          </p:cNvPr>
          <p:cNvSpPr>
            <a:spLocks xmlns:a="http://schemas.openxmlformats.org/drawingml/2006/main" noGrp="1"/>
          </p:cNvSpPr>
          <p:nvPr/>
        </p:nvSpPr>
        <p:spPr>
          <a:xfrm xmlns:a="http://schemas.openxmlformats.org/drawingml/2006/main">
            <a:off x="552450" y="4381500"/>
            <a:ext cx="1714500" cy="9525"/>
          </a:xfrm>
          <a:prstGeom xmlns:a="http://schemas.openxmlformats.org/drawingml/2006/main" prst="rect">
            <a:avLst/>
          </a:prstGeom>
          <a:solidFill xmlns:a="http://schemas.openxmlformats.org/drawingml/2006/main">
            <a:srgbClr val="171613"/>
          </a:solidFill>
          <a:ln xmlns:a="http://schemas.openxmlformats.org/drawingml/2006/main" w="0">
            <a:noFill/>
            <a:prstDash val="solid"/>
          </a:ln>
        </p:spPr>
      </p:sp>
      <p:sp>
        <p:nvSpPr>
          <p:cNvPr id="9" name="text-e5gc8i4">
            <a:extLst xmlns:a="http://schemas.openxmlformats.org/drawingml/2006/main">
              <a:ext uri="{FF2B5EF4-FFF2-40B4-BE49-F238E27FC236}">
                <a16:creationId xmlns:a16="http://schemas.microsoft.com/office/drawing/2014/main" id="{EDB88110-151D-4A78-AE88-E472BCBC4C2B}"/>
              </a:ext>
            </a:extLst>
          </p:cNvPr>
          <p:cNvSpPr>
            <a:spLocks xmlns:a="http://schemas.openxmlformats.org/drawingml/2006/main" noGrp="1"/>
          </p:cNvSpPr>
          <p:nvPr/>
        </p:nvSpPr>
        <p:spPr>
          <a:xfrm xmlns:a="http://schemas.openxmlformats.org/drawingml/2006/main">
            <a:off x="552450" y="4591050"/>
            <a:ext cx="1733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75" b="1" i="0">
                <a:solidFill>
                  <a:srgbClr val="171613"/>
                </a:solidFill>
                <a:latin typeface="Consolas"/>
                <a:ea typeface="Consolas"/>
                <a:cs typeface="Consolas"/>
              </a:defRPr>
            </a:pPr>
            <a:r>
              <a:rPr sz="975" b="1" i="0">
                <a:solidFill>
                  <a:srgbClr val="171613"/>
                </a:solidFill>
                <a:latin typeface="Consolas"/>
                <a:ea typeface="Consolas"/>
                <a:cs typeface="Consolas"/>
              </a:rPr>
              <a:t>PAPER</a:t>
            </a:r>
          </a:p>
        </p:txBody>
      </p:sp>
      <p:sp>
        <p:nvSpPr>
          <p:cNvPr id="10" name="text-ev9oh39">
            <a:extLst xmlns:a="http://schemas.openxmlformats.org/drawingml/2006/main">
              <a:ext uri="{FF2B5EF4-FFF2-40B4-BE49-F238E27FC236}">
                <a16:creationId xmlns:a16="http://schemas.microsoft.com/office/drawing/2014/main" id="{17429CC4-8CF3-4383-95BD-F0AE9D8FE3B6}"/>
              </a:ext>
            </a:extLst>
          </p:cNvPr>
          <p:cNvSpPr>
            <a:spLocks xmlns:a="http://schemas.openxmlformats.org/drawingml/2006/main" noGrp="1"/>
          </p:cNvSpPr>
          <p:nvPr/>
        </p:nvSpPr>
        <p:spPr>
          <a:xfrm xmlns:a="http://schemas.openxmlformats.org/drawingml/2006/main">
            <a:off x="552450" y="4933950"/>
            <a:ext cx="1828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125" b="0" i="0">
                <a:solidFill>
                  <a:srgbClr val="4D4942"/>
                </a:solidFill>
                <a:latin typeface="Yu Gothic"/>
                <a:ea typeface="Yu Gothic"/>
                <a:cs typeface="Yu Gothic"/>
              </a:defRPr>
            </a:pPr>
            <a:r>
              <a:rPr sz="1125" b="0" i="0">
                <a:solidFill>
                  <a:srgbClr val="4D4942"/>
                </a:solidFill>
                <a:latin typeface="Yu Gothic"/>
                <a:ea typeface="Yu Gothic"/>
                <a:cs typeface="Yu Gothic"/>
              </a:rPr>
              <a:t>Warm surfaces remain readable on a projector.</a:t>
            </a:r>
          </a:p>
        </p:txBody>
      </p:sp>
      <p:sp>
        <p:nvSpPr>
          <p:cNvPr id="11" name="line-298-460-180">
            <a:extLst xmlns:a="http://schemas.openxmlformats.org/drawingml/2006/main">
              <a:ext uri="{FF2B5EF4-FFF2-40B4-BE49-F238E27FC236}">
                <a16:creationId xmlns:a16="http://schemas.microsoft.com/office/drawing/2014/main" id="{BECA7DFF-F7CB-4987-B826-CCF06A349D0B}"/>
              </a:ext>
            </a:extLst>
          </p:cNvPr>
          <p:cNvSpPr>
            <a:spLocks xmlns:a="http://schemas.openxmlformats.org/drawingml/2006/main" noGrp="1"/>
          </p:cNvSpPr>
          <p:nvPr/>
        </p:nvSpPr>
        <p:spPr>
          <a:xfrm xmlns:a="http://schemas.openxmlformats.org/drawingml/2006/main">
            <a:off x="2838450" y="4381500"/>
            <a:ext cx="1714500" cy="9525"/>
          </a:xfrm>
          <a:prstGeom xmlns:a="http://schemas.openxmlformats.org/drawingml/2006/main" prst="rect">
            <a:avLst/>
          </a:prstGeom>
          <a:solidFill xmlns:a="http://schemas.openxmlformats.org/drawingml/2006/main">
            <a:srgbClr val="171613"/>
          </a:solidFill>
          <a:ln xmlns:a="http://schemas.openxmlformats.org/drawingml/2006/main" w="0">
            <a:noFill/>
            <a:prstDash val="solid"/>
          </a:ln>
        </p:spPr>
      </p:sp>
      <p:sp>
        <p:nvSpPr>
          <p:cNvPr id="12" name="text-z07yoyi">
            <a:extLst xmlns:a="http://schemas.openxmlformats.org/drawingml/2006/main">
              <a:ext uri="{FF2B5EF4-FFF2-40B4-BE49-F238E27FC236}">
                <a16:creationId xmlns:a16="http://schemas.microsoft.com/office/drawing/2014/main" id="{B294B05B-66F5-46CB-B581-CF1E8AF317A1}"/>
              </a:ext>
            </a:extLst>
          </p:cNvPr>
          <p:cNvSpPr>
            <a:spLocks xmlns:a="http://schemas.openxmlformats.org/drawingml/2006/main" noGrp="1"/>
          </p:cNvSpPr>
          <p:nvPr/>
        </p:nvSpPr>
        <p:spPr>
          <a:xfrm xmlns:a="http://schemas.openxmlformats.org/drawingml/2006/main">
            <a:off x="2838450" y="4591050"/>
            <a:ext cx="1733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75" b="1" i="0">
                <a:solidFill>
                  <a:srgbClr val="171613"/>
                </a:solidFill>
                <a:latin typeface="Consolas"/>
                <a:ea typeface="Consolas"/>
                <a:cs typeface="Consolas"/>
              </a:defRPr>
            </a:pPr>
            <a:r>
              <a:rPr sz="975" b="1" i="0">
                <a:solidFill>
                  <a:srgbClr val="171613"/>
                </a:solidFill>
                <a:latin typeface="Consolas"/>
                <a:ea typeface="Consolas"/>
                <a:cs typeface="Consolas"/>
              </a:rPr>
              <a:t>INK</a:t>
            </a:r>
          </a:p>
        </p:txBody>
      </p:sp>
      <p:sp>
        <p:nvSpPr>
          <p:cNvPr id="13" name="text-xpfj07z">
            <a:extLst xmlns:a="http://schemas.openxmlformats.org/drawingml/2006/main">
              <a:ext uri="{FF2B5EF4-FFF2-40B4-BE49-F238E27FC236}">
                <a16:creationId xmlns:a16="http://schemas.microsoft.com/office/drawing/2014/main" id="{4ECD925D-D281-49C1-A54D-6D0745577F5B}"/>
              </a:ext>
            </a:extLst>
          </p:cNvPr>
          <p:cNvSpPr>
            <a:spLocks xmlns:a="http://schemas.openxmlformats.org/drawingml/2006/main" noGrp="1"/>
          </p:cNvSpPr>
          <p:nvPr/>
        </p:nvSpPr>
        <p:spPr>
          <a:xfrm xmlns:a="http://schemas.openxmlformats.org/drawingml/2006/main">
            <a:off x="2838450" y="4933950"/>
            <a:ext cx="1828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125" b="0" i="0">
                <a:solidFill>
                  <a:srgbClr val="4D4942"/>
                </a:solidFill>
                <a:latin typeface="Yu Gothic"/>
                <a:ea typeface="Yu Gothic"/>
                <a:cs typeface="Yu Gothic"/>
              </a:defRPr>
            </a:pPr>
            <a:r>
              <a:rPr sz="1125" b="0" i="0">
                <a:solidFill>
                  <a:srgbClr val="4D4942"/>
                </a:solidFill>
                <a:latin typeface="Yu Gothic"/>
                <a:ea typeface="Yu Gothic"/>
                <a:cs typeface="Yu Gothic"/>
              </a:rPr>
              <a:t>Typography carries the hierarchy.</a:t>
            </a:r>
          </a:p>
        </p:txBody>
      </p:sp>
      <p:sp>
        <p:nvSpPr>
          <p:cNvPr id="14" name="line-538-460-180">
            <a:extLst xmlns:a="http://schemas.openxmlformats.org/drawingml/2006/main">
              <a:ext uri="{FF2B5EF4-FFF2-40B4-BE49-F238E27FC236}">
                <a16:creationId xmlns:a16="http://schemas.microsoft.com/office/drawing/2014/main" id="{6FB60299-BD77-40AA-BCDF-607E85D42852}"/>
              </a:ext>
            </a:extLst>
          </p:cNvPr>
          <p:cNvSpPr>
            <a:spLocks xmlns:a="http://schemas.openxmlformats.org/drawingml/2006/main" noGrp="1"/>
          </p:cNvSpPr>
          <p:nvPr/>
        </p:nvSpPr>
        <p:spPr>
          <a:xfrm xmlns:a="http://schemas.openxmlformats.org/drawingml/2006/main">
            <a:off x="5124450" y="4381500"/>
            <a:ext cx="1714500" cy="4762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15" name="text-hmeyfc0">
            <a:extLst xmlns:a="http://schemas.openxmlformats.org/drawingml/2006/main">
              <a:ext uri="{FF2B5EF4-FFF2-40B4-BE49-F238E27FC236}">
                <a16:creationId xmlns:a16="http://schemas.microsoft.com/office/drawing/2014/main" id="{12A3A224-30CF-406B-B3AF-524953C228EE}"/>
              </a:ext>
            </a:extLst>
          </p:cNvPr>
          <p:cNvSpPr>
            <a:spLocks xmlns:a="http://schemas.openxmlformats.org/drawingml/2006/main" noGrp="1"/>
          </p:cNvSpPr>
          <p:nvPr/>
        </p:nvSpPr>
        <p:spPr>
          <a:xfrm xmlns:a="http://schemas.openxmlformats.org/drawingml/2006/main">
            <a:off x="5124450" y="4591050"/>
            <a:ext cx="1733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75" b="1" i="0">
                <a:solidFill>
                  <a:srgbClr val="D84A32"/>
                </a:solidFill>
                <a:latin typeface="Consolas"/>
                <a:ea typeface="Consolas"/>
                <a:cs typeface="Consolas"/>
              </a:defRPr>
            </a:pPr>
            <a:r>
              <a:rPr sz="975" b="1" i="0">
                <a:solidFill>
                  <a:srgbClr val="D84A32"/>
                </a:solidFill>
                <a:latin typeface="Consolas"/>
                <a:ea typeface="Consolas"/>
                <a:cs typeface="Consolas"/>
              </a:rPr>
              <a:t>VERMILION</a:t>
            </a:r>
          </a:p>
        </p:txBody>
      </p:sp>
      <p:sp>
        <p:nvSpPr>
          <p:cNvPr id="16" name="text-ov4y9w0">
            <a:extLst xmlns:a="http://schemas.openxmlformats.org/drawingml/2006/main">
              <a:ext uri="{FF2B5EF4-FFF2-40B4-BE49-F238E27FC236}">
                <a16:creationId xmlns:a16="http://schemas.microsoft.com/office/drawing/2014/main" id="{234AB43F-7961-4D40-8DBB-52D08094FFD4}"/>
              </a:ext>
            </a:extLst>
          </p:cNvPr>
          <p:cNvSpPr>
            <a:spLocks xmlns:a="http://schemas.openxmlformats.org/drawingml/2006/main" noGrp="1"/>
          </p:cNvSpPr>
          <p:nvPr/>
        </p:nvSpPr>
        <p:spPr>
          <a:xfrm xmlns:a="http://schemas.openxmlformats.org/drawingml/2006/main">
            <a:off x="5124450" y="4933950"/>
            <a:ext cx="18288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25000"/>
              </a:lnSpc>
              <a:buNone/>
              <a:defRPr sz="1125" b="0" i="0">
                <a:solidFill>
                  <a:srgbClr val="4D4942"/>
                </a:solidFill>
                <a:latin typeface="Yu Gothic"/>
                <a:ea typeface="Yu Gothic"/>
                <a:cs typeface="Yu Gothic"/>
              </a:defRPr>
            </a:pPr>
            <a:r>
              <a:rPr sz="1125" b="0" i="0">
                <a:solidFill>
                  <a:srgbClr val="4D4942"/>
                </a:solidFill>
                <a:latin typeface="Yu Gothic"/>
                <a:ea typeface="Yu Gothic"/>
                <a:cs typeface="Yu Gothic"/>
              </a:rPr>
              <a:t>Red behaves like an editor’s mark.</a:t>
            </a:r>
          </a:p>
        </p:txBody>
      </p:sp>
      <p:sp>
        <p:nvSpPr>
          <p:cNvPr id="17" name="text-g05qxp5">
            <a:extLst xmlns:a="http://schemas.openxmlformats.org/drawingml/2006/main">
              <a:ext uri="{FF2B5EF4-FFF2-40B4-BE49-F238E27FC236}">
                <a16:creationId xmlns:a16="http://schemas.microsoft.com/office/drawing/2014/main" id="{DDD3FE69-7E0E-4856-9FD4-CFEA59E954AE}"/>
              </a:ext>
            </a:extLst>
          </p:cNvPr>
          <p:cNvSpPr>
            <a:spLocks xmlns:a="http://schemas.openxmlformats.org/drawingml/2006/main" noGrp="1"/>
          </p:cNvSpPr>
          <p:nvPr/>
        </p:nvSpPr>
        <p:spPr>
          <a:xfrm xmlns:a="http://schemas.openxmlformats.org/drawingml/2006/main">
            <a:off x="533400" y="6191250"/>
            <a:ext cx="495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YU MINCHO / YU GOTHIC / CONSOLAS</a:t>
            </a:r>
          </a:p>
        </p:txBody>
      </p:sp>
    </p:spTree>
    <p:extLst>
      <p:ext uri="{BB962C8B-B14F-4D97-AF65-F5344CB8AC3E}">
        <p14:creationId xmlns:p14="http://schemas.microsoft.com/office/powerpoint/2010/main" val="3383476"/>
      </p:ext>
    </p:extLst>
  </p:cSld>
</p:sld>
</file>

<file path=ppt/slides/slide11.xml><?xml version="1.0" encoding="utf-8"?>
<p:sld xmlns:p="http://schemas.openxmlformats.org/presentationml/2006/main">
  <p:cSld>
    <p:bg>
      <p:bgPr>
        <a:solidFill xmlns:a="http://schemas.openxmlformats.org/drawingml/2006/main">
          <a:srgbClr val="171613"/>
        </a:solidFill>
      </p:bgPr>
    </p:bg>
    <p:spTree>
      <p:nvGrpSpPr>
        <p:cNvPr id="1" name=""/>
        <p:cNvGrpSpPr/>
        <p:nvPr/>
      </p:nvGrpSpPr>
      <p:grpSpPr>
        <a:xfrm xmlns:a="http://schemas.openxmlformats.org/drawingml/2006/main"/>
      </p:grpSpPr>
      <p:sp>
        <p:nvSpPr>
          <p:cNvPr id="28" name="line-48-38-28">
            <a:extLst xmlns:a="http://schemas.openxmlformats.org/drawingml/2006/main">
              <a:ext uri="{FF2B5EF4-FFF2-40B4-BE49-F238E27FC236}">
                <a16:creationId xmlns:a16="http://schemas.microsoft.com/office/drawing/2014/main" id="{346591D2-5D51-4795-9861-B819ACFF1D78}"/>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 name="text-ilzhih7">
            <a:extLst xmlns:a="http://schemas.openxmlformats.org/drawingml/2006/main">
              <a:ext uri="{FF2B5EF4-FFF2-40B4-BE49-F238E27FC236}">
                <a16:creationId xmlns:a16="http://schemas.microsoft.com/office/drawing/2014/main" id="{6FADDB39-51B9-4AAF-A424-78F14FAE7437}"/>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FBF8F1"/>
                </a:solidFill>
                <a:latin typeface="Consolas"/>
                <a:ea typeface="Consolas"/>
                <a:cs typeface="Consolas"/>
              </a:defRPr>
            </a:pPr>
            <a:r>
              <a:rPr sz="825" b="1" i="0">
                <a:solidFill>
                  <a:srgbClr val="FBF8F1"/>
                </a:solidFill>
                <a:latin typeface="Consolas"/>
                <a:ea typeface="Consolas"/>
                <a:cs typeface="Consolas"/>
              </a:rPr>
              <a:t>ARCHITECTURE</a:t>
            </a:r>
          </a:p>
        </p:txBody>
      </p:sp>
      <p:sp>
        <p:nvSpPr>
          <p:cNvPr id="3" name="text-hi1yr4t">
            <a:extLst xmlns:a="http://schemas.openxmlformats.org/drawingml/2006/main">
              <a:ext uri="{FF2B5EF4-FFF2-40B4-BE49-F238E27FC236}">
                <a16:creationId xmlns:a16="http://schemas.microsoft.com/office/drawing/2014/main" id="{1CD4D462-AAC0-431D-A90C-185EA4DE5DE5}"/>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BDB7AD"/>
                </a:solidFill>
                <a:latin typeface="Consolas"/>
                <a:ea typeface="Consolas"/>
                <a:cs typeface="Consolas"/>
              </a:defRPr>
            </a:pPr>
            <a:r>
              <a:rPr sz="750" b="0" i="0">
                <a:solidFill>
                  <a:srgbClr val="BDB7AD"/>
                </a:solidFill>
                <a:latin typeface="Consolas"/>
                <a:ea typeface="Consolas"/>
                <a:cs typeface="Consolas"/>
              </a:rPr>
              <a:t>11</a:t>
            </a:r>
          </a:p>
        </p:txBody>
      </p:sp>
      <p:sp>
        <p:nvSpPr>
          <p:cNvPr id="4" name="text-yk30x90">
            <a:extLst xmlns:a="http://schemas.openxmlformats.org/drawingml/2006/main">
              <a:ext uri="{FF2B5EF4-FFF2-40B4-BE49-F238E27FC236}">
                <a16:creationId xmlns:a16="http://schemas.microsoft.com/office/drawing/2014/main" id="{EFBF2D38-BE87-4B09-A7E4-EBE7B71268FB}"/>
              </a:ext>
            </a:extLst>
          </p:cNvPr>
          <p:cNvSpPr>
            <a:spLocks xmlns:a="http://schemas.openxmlformats.org/drawingml/2006/main" noGrp="1"/>
          </p:cNvSpPr>
          <p:nvPr/>
        </p:nvSpPr>
        <p:spPr>
          <a:xfrm xmlns:a="http://schemas.openxmlformats.org/drawingml/2006/main">
            <a:off x="495300" y="685800"/>
            <a:ext cx="6096000"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450" b="0" i="0">
                <a:solidFill>
                  <a:srgbClr val="FBF8F1"/>
                </a:solidFill>
                <a:latin typeface="Yu Mincho"/>
                <a:ea typeface="Yu Mincho"/>
                <a:cs typeface="Yu Mincho"/>
              </a:defRPr>
            </a:pPr>
            <a:r>
              <a:rPr sz="3450" b="0" i="0">
                <a:solidFill>
                  <a:srgbClr val="FBF8F1"/>
                </a:solidFill>
                <a:latin typeface="Yu Mincho"/>
                <a:ea typeface="Yu Mincho"/>
                <a:cs typeface="Yu Mincho"/>
              </a:rPr>
              <a:t>One container carries</a:t>
            </a:r>
          </a:p>
          <a:p xmlns:a="http://schemas.openxmlformats.org/drawingml/2006/main">
            <a:pPr algn="l">
              <a:lnSpc>
                <a:spcPct val="96000"/>
              </a:lnSpc>
              <a:buNone/>
              <a:defRPr sz="3450" b="0" i="0">
                <a:solidFill>
                  <a:srgbClr val="FBF8F1"/>
                </a:solidFill>
                <a:latin typeface="Yu Mincho"/>
                <a:ea typeface="Yu Mincho"/>
                <a:cs typeface="Yu Mincho"/>
              </a:defRPr>
            </a:pPr>
            <a:r>
              <a:rPr sz="3450" b="0" i="0">
                <a:solidFill>
                  <a:srgbClr val="FBF8F1"/>
                </a:solidFill>
                <a:latin typeface="Yu Mincho"/>
                <a:ea typeface="Yu Mincho"/>
                <a:cs typeface="Yu Mincho"/>
              </a:rPr>
              <a:t>the whole experience.</a:t>
            </a:r>
          </a:p>
        </p:txBody>
      </p:sp>
      <p:sp>
        <p:nvSpPr>
          <p:cNvPr id="5" name="text-86xu9g5">
            <a:extLst xmlns:a="http://schemas.openxmlformats.org/drawingml/2006/main">
              <a:ext uri="{FF2B5EF4-FFF2-40B4-BE49-F238E27FC236}">
                <a16:creationId xmlns:a16="http://schemas.microsoft.com/office/drawing/2014/main" id="{53B1E7E3-D3FF-4308-BC0E-58DB7B48187D}"/>
              </a:ext>
            </a:extLst>
          </p:cNvPr>
          <p:cNvSpPr>
            <a:spLocks xmlns:a="http://schemas.openxmlformats.org/drawingml/2006/main" noGrp="1"/>
          </p:cNvSpPr>
          <p:nvPr/>
        </p:nvSpPr>
        <p:spPr>
          <a:xfrm xmlns:a="http://schemas.openxmlformats.org/drawingml/2006/main">
            <a:off x="552450" y="2114550"/>
            <a:ext cx="4953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0" i="1">
                <a:solidFill>
                  <a:srgbClr val="BFB9B0"/>
                </a:solidFill>
                <a:latin typeface="Yu Mincho"/>
                <a:ea typeface="Yu Mincho"/>
                <a:cs typeface="Yu Mincho"/>
              </a:defRPr>
            </a:pPr>
            <a:r>
              <a:rPr sz="1425" b="0" i="1">
                <a:solidFill>
                  <a:srgbClr val="BFB9B0"/>
                </a:solidFill>
                <a:latin typeface="Yu Mincho"/>
                <a:ea typeface="Yu Mincho"/>
                <a:cs typeface="Yu Mincho"/>
              </a:rPr>
              <a:t>The frontend and REST API ship together.</a:t>
            </a:r>
          </a:p>
        </p:txBody>
      </p:sp>
      <p:sp>
        <p:nvSpPr>
          <p:cNvPr id="6" name="text-uswmc3e">
            <a:extLst xmlns:a="http://schemas.openxmlformats.org/drawingml/2006/main">
              <a:ext uri="{FF2B5EF4-FFF2-40B4-BE49-F238E27FC236}">
                <a16:creationId xmlns:a16="http://schemas.microsoft.com/office/drawing/2014/main" id="{AAF1B62F-1557-497F-BB92-8A679921AD6F}"/>
              </a:ext>
            </a:extLst>
          </p:cNvPr>
          <p:cNvSpPr>
            <a:spLocks xmlns:a="http://schemas.openxmlformats.org/drawingml/2006/main" noGrp="1"/>
          </p:cNvSpPr>
          <p:nvPr/>
        </p:nvSpPr>
        <p:spPr>
          <a:xfrm xmlns:a="http://schemas.openxmlformats.org/drawingml/2006/main">
            <a:off x="2724150" y="3695700"/>
            <a:ext cx="590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3150" b="0" i="0">
                <a:solidFill>
                  <a:srgbClr val="D84A32"/>
                </a:solidFill>
                <a:latin typeface="Yu Mincho"/>
                <a:ea typeface="Yu Mincho"/>
                <a:cs typeface="Yu Mincho"/>
              </a:defRPr>
            </a:pPr>
            <a:r>
              <a:rPr sz="3150" b="0" i="0">
                <a:solidFill>
                  <a:srgbClr val="D84A32"/>
                </a:solidFill>
                <a:latin typeface="Yu Mincho"/>
                <a:ea typeface="Yu Mincho"/>
                <a:cs typeface="Yu Mincho"/>
              </a:rPr>
              <a:t>→</a:t>
            </a:r>
          </a:p>
        </p:txBody>
      </p:sp>
      <p:sp>
        <p:nvSpPr>
          <p:cNvPr id="7" name="text-34ve6iw">
            <a:extLst xmlns:a="http://schemas.openxmlformats.org/drawingml/2006/main">
              <a:ext uri="{FF2B5EF4-FFF2-40B4-BE49-F238E27FC236}">
                <a16:creationId xmlns:a16="http://schemas.microsoft.com/office/drawing/2014/main" id="{A1511E80-D5E5-4056-A570-CBC248032915}"/>
              </a:ext>
            </a:extLst>
          </p:cNvPr>
          <p:cNvSpPr>
            <a:spLocks xmlns:a="http://schemas.openxmlformats.org/drawingml/2006/main" noGrp="1"/>
          </p:cNvSpPr>
          <p:nvPr/>
        </p:nvSpPr>
        <p:spPr>
          <a:xfrm xmlns:a="http://schemas.openxmlformats.org/drawingml/2006/main">
            <a:off x="5581650" y="3695700"/>
            <a:ext cx="590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3150" b="0" i="0">
                <a:solidFill>
                  <a:srgbClr val="D84A32"/>
                </a:solidFill>
                <a:latin typeface="Yu Mincho"/>
                <a:ea typeface="Yu Mincho"/>
                <a:cs typeface="Yu Mincho"/>
              </a:defRPr>
            </a:pPr>
            <a:r>
              <a:rPr sz="3150" b="0" i="0">
                <a:solidFill>
                  <a:srgbClr val="D84A32"/>
                </a:solidFill>
                <a:latin typeface="Yu Mincho"/>
                <a:ea typeface="Yu Mincho"/>
                <a:cs typeface="Yu Mincho"/>
              </a:rPr>
              <a:t>→</a:t>
            </a:r>
          </a:p>
        </p:txBody>
      </p:sp>
      <p:sp>
        <p:nvSpPr>
          <p:cNvPr id="8" name="text-anz66b2">
            <a:extLst xmlns:a="http://schemas.openxmlformats.org/drawingml/2006/main">
              <a:ext uri="{FF2B5EF4-FFF2-40B4-BE49-F238E27FC236}">
                <a16:creationId xmlns:a16="http://schemas.microsoft.com/office/drawing/2014/main" id="{D1282058-AE1C-48A6-9F23-3866938EE6D3}"/>
              </a:ext>
            </a:extLst>
          </p:cNvPr>
          <p:cNvSpPr>
            <a:spLocks xmlns:a="http://schemas.openxmlformats.org/drawingml/2006/main" noGrp="1"/>
          </p:cNvSpPr>
          <p:nvPr/>
        </p:nvSpPr>
        <p:spPr>
          <a:xfrm xmlns:a="http://schemas.openxmlformats.org/drawingml/2006/main">
            <a:off x="8439150" y="3695700"/>
            <a:ext cx="5905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3150" b="0" i="0">
                <a:solidFill>
                  <a:srgbClr val="D84A32"/>
                </a:solidFill>
                <a:latin typeface="Yu Mincho"/>
                <a:ea typeface="Yu Mincho"/>
                <a:cs typeface="Yu Mincho"/>
              </a:defRPr>
            </a:pPr>
            <a:r>
              <a:rPr sz="3150" b="0" i="0">
                <a:solidFill>
                  <a:srgbClr val="D84A32"/>
                </a:solidFill>
                <a:latin typeface="Yu Mincho"/>
                <a:ea typeface="Yu Mincho"/>
                <a:cs typeface="Yu Mincho"/>
              </a:rPr>
              <a:t>→</a:t>
            </a:r>
          </a:p>
        </p:txBody>
      </p:sp>
      <p:sp>
        <p:nvSpPr>
          <p:cNvPr id="9" name="line-54-328-226">
            <a:extLst xmlns:a="http://schemas.openxmlformats.org/drawingml/2006/main">
              <a:ext uri="{FF2B5EF4-FFF2-40B4-BE49-F238E27FC236}">
                <a16:creationId xmlns:a16="http://schemas.microsoft.com/office/drawing/2014/main" id="{14027364-E908-4188-9D2A-0C6D3C90590F}"/>
              </a:ext>
            </a:extLst>
          </p:cNvPr>
          <p:cNvSpPr>
            <a:spLocks xmlns:a="http://schemas.openxmlformats.org/drawingml/2006/main" noGrp="1"/>
          </p:cNvSpPr>
          <p:nvPr/>
        </p:nvSpPr>
        <p:spPr>
          <a:xfrm xmlns:a="http://schemas.openxmlformats.org/drawingml/2006/main">
            <a:off x="514350" y="3124200"/>
            <a:ext cx="2152650" cy="9525"/>
          </a:xfrm>
          <a:prstGeom xmlns:a="http://schemas.openxmlformats.org/drawingml/2006/main" prst="rect">
            <a:avLst/>
          </a:prstGeom>
          <a:solidFill xmlns:a="http://schemas.openxmlformats.org/drawingml/2006/main">
            <a:srgbClr val="6A655F"/>
          </a:solidFill>
          <a:ln xmlns:a="http://schemas.openxmlformats.org/drawingml/2006/main" w="0">
            <a:noFill/>
            <a:prstDash val="solid"/>
          </a:ln>
        </p:spPr>
      </p:sp>
      <p:sp>
        <p:nvSpPr>
          <p:cNvPr id="10" name="text-xtz938n">
            <a:extLst xmlns:a="http://schemas.openxmlformats.org/drawingml/2006/main">
              <a:ext uri="{FF2B5EF4-FFF2-40B4-BE49-F238E27FC236}">
                <a16:creationId xmlns:a16="http://schemas.microsoft.com/office/drawing/2014/main" id="{77C2254C-07F8-4A01-BDAC-94417BF64714}"/>
              </a:ext>
            </a:extLst>
          </p:cNvPr>
          <p:cNvSpPr>
            <a:spLocks xmlns:a="http://schemas.openxmlformats.org/drawingml/2006/main" noGrp="1"/>
          </p:cNvSpPr>
          <p:nvPr/>
        </p:nvSpPr>
        <p:spPr>
          <a:xfrm xmlns:a="http://schemas.openxmlformats.org/drawingml/2006/main">
            <a:off x="514350" y="3314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01</a:t>
            </a:r>
          </a:p>
        </p:txBody>
      </p:sp>
      <p:sp>
        <p:nvSpPr>
          <p:cNvPr id="11" name="text-6aj18pv">
            <a:extLst xmlns:a="http://schemas.openxmlformats.org/drawingml/2006/main">
              <a:ext uri="{FF2B5EF4-FFF2-40B4-BE49-F238E27FC236}">
                <a16:creationId xmlns:a16="http://schemas.microsoft.com/office/drawing/2014/main" id="{2B5C5BB2-04B7-4266-8F4B-CAADC1452FF8}"/>
              </a:ext>
            </a:extLst>
          </p:cNvPr>
          <p:cNvSpPr>
            <a:spLocks xmlns:a="http://schemas.openxmlformats.org/drawingml/2006/main" noGrp="1"/>
          </p:cNvSpPr>
          <p:nvPr/>
        </p:nvSpPr>
        <p:spPr>
          <a:xfrm xmlns:a="http://schemas.openxmlformats.org/drawingml/2006/main">
            <a:off x="514350" y="37147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725" b="1" i="0">
                <a:solidFill>
                  <a:srgbClr val="FBF8F1"/>
                </a:solidFill>
                <a:latin typeface="Yu Gothic"/>
                <a:ea typeface="Yu Gothic"/>
                <a:cs typeface="Yu Gothic"/>
              </a:defRPr>
            </a:pPr>
            <a:r>
              <a:rPr sz="1725" b="1" i="0">
                <a:solidFill>
                  <a:srgbClr val="FBF8F1"/>
                </a:solidFill>
                <a:latin typeface="Yu Gothic"/>
                <a:ea typeface="Yu Gothic"/>
                <a:cs typeface="Yu Gothic"/>
              </a:rPr>
              <a:t>Browser</a:t>
            </a:r>
          </a:p>
        </p:txBody>
      </p:sp>
      <p:sp>
        <p:nvSpPr>
          <p:cNvPr id="12" name="text-8q3gweq">
            <a:extLst xmlns:a="http://schemas.openxmlformats.org/drawingml/2006/main">
              <a:ext uri="{FF2B5EF4-FFF2-40B4-BE49-F238E27FC236}">
                <a16:creationId xmlns:a16="http://schemas.microsoft.com/office/drawing/2014/main" id="{86A9C530-CD2C-43C9-B0AC-801E9A428D5A}"/>
              </a:ext>
            </a:extLst>
          </p:cNvPr>
          <p:cNvSpPr>
            <a:spLocks xmlns:a="http://schemas.openxmlformats.org/drawingml/2006/main" noGrp="1"/>
          </p:cNvSpPr>
          <p:nvPr/>
        </p:nvSpPr>
        <p:spPr>
          <a:xfrm xmlns:a="http://schemas.openxmlformats.org/drawingml/2006/main">
            <a:off x="514350" y="4305300"/>
            <a:ext cx="2190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Today</a:t>
            </a:r>
          </a:p>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Portfolio</a:t>
            </a:r>
          </a:p>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Account</a:t>
            </a:r>
          </a:p>
        </p:txBody>
      </p:sp>
      <p:sp>
        <p:nvSpPr>
          <p:cNvPr id="13" name="line-354-328-226">
            <a:extLst xmlns:a="http://schemas.openxmlformats.org/drawingml/2006/main">
              <a:ext uri="{FF2B5EF4-FFF2-40B4-BE49-F238E27FC236}">
                <a16:creationId xmlns:a16="http://schemas.microsoft.com/office/drawing/2014/main" id="{027024D4-0E5E-4945-A8CC-AF5141AF1957}"/>
              </a:ext>
            </a:extLst>
          </p:cNvPr>
          <p:cNvSpPr>
            <a:spLocks xmlns:a="http://schemas.openxmlformats.org/drawingml/2006/main" noGrp="1"/>
          </p:cNvSpPr>
          <p:nvPr/>
        </p:nvSpPr>
        <p:spPr>
          <a:xfrm xmlns:a="http://schemas.openxmlformats.org/drawingml/2006/main">
            <a:off x="3371850" y="3124200"/>
            <a:ext cx="2152650" cy="5715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14" name="text-oxwi0ne">
            <a:extLst xmlns:a="http://schemas.openxmlformats.org/drawingml/2006/main">
              <a:ext uri="{FF2B5EF4-FFF2-40B4-BE49-F238E27FC236}">
                <a16:creationId xmlns:a16="http://schemas.microsoft.com/office/drawing/2014/main" id="{9641C6E7-5818-4FCF-BDE4-A330F5006C8F}"/>
              </a:ext>
            </a:extLst>
          </p:cNvPr>
          <p:cNvSpPr>
            <a:spLocks xmlns:a="http://schemas.openxmlformats.org/drawingml/2006/main" noGrp="1"/>
          </p:cNvSpPr>
          <p:nvPr/>
        </p:nvSpPr>
        <p:spPr>
          <a:xfrm xmlns:a="http://schemas.openxmlformats.org/drawingml/2006/main">
            <a:off x="3371850" y="3314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02</a:t>
            </a:r>
          </a:p>
        </p:txBody>
      </p:sp>
      <p:sp>
        <p:nvSpPr>
          <p:cNvPr id="15" name="text-suar5un">
            <a:extLst xmlns:a="http://schemas.openxmlformats.org/drawingml/2006/main">
              <a:ext uri="{FF2B5EF4-FFF2-40B4-BE49-F238E27FC236}">
                <a16:creationId xmlns:a16="http://schemas.microsoft.com/office/drawing/2014/main" id="{19F967E3-5F3D-4401-B365-CE61F7627E94}"/>
              </a:ext>
            </a:extLst>
          </p:cNvPr>
          <p:cNvSpPr>
            <a:spLocks xmlns:a="http://schemas.openxmlformats.org/drawingml/2006/main" noGrp="1"/>
          </p:cNvSpPr>
          <p:nvPr/>
        </p:nvSpPr>
        <p:spPr>
          <a:xfrm xmlns:a="http://schemas.openxmlformats.org/drawingml/2006/main">
            <a:off x="3371850" y="37147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725" b="1" i="0">
                <a:solidFill>
                  <a:srgbClr val="FBF8F1"/>
                </a:solidFill>
                <a:latin typeface="Yu Gothic"/>
                <a:ea typeface="Yu Gothic"/>
                <a:cs typeface="Yu Gothic"/>
              </a:defRPr>
            </a:pPr>
            <a:r>
              <a:rPr sz="1725" b="1" i="0">
                <a:solidFill>
                  <a:srgbClr val="FBF8F1"/>
                </a:solidFill>
                <a:latin typeface="Yu Gothic"/>
                <a:ea typeface="Yu Gothic"/>
                <a:cs typeface="Yu Gothic"/>
              </a:rPr>
              <a:t>Spring Boot</a:t>
            </a:r>
          </a:p>
        </p:txBody>
      </p:sp>
      <p:sp>
        <p:nvSpPr>
          <p:cNvPr id="16" name="text-3sa6w09">
            <a:extLst xmlns:a="http://schemas.openxmlformats.org/drawingml/2006/main">
              <a:ext uri="{FF2B5EF4-FFF2-40B4-BE49-F238E27FC236}">
                <a16:creationId xmlns:a16="http://schemas.microsoft.com/office/drawing/2014/main" id="{8E3C2DA3-AAFD-4838-918C-226BEBDD4C4A}"/>
              </a:ext>
            </a:extLst>
          </p:cNvPr>
          <p:cNvSpPr>
            <a:spLocks xmlns:a="http://schemas.openxmlformats.org/drawingml/2006/main" noGrp="1"/>
          </p:cNvSpPr>
          <p:nvPr/>
        </p:nvSpPr>
        <p:spPr>
          <a:xfrm xmlns:a="http://schemas.openxmlformats.org/drawingml/2006/main">
            <a:off x="3371850" y="4305300"/>
            <a:ext cx="2190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Static client</a:t>
            </a:r>
          </a:p>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REST controllers</a:t>
            </a:r>
          </a:p>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services</a:t>
            </a:r>
          </a:p>
        </p:txBody>
      </p:sp>
      <p:sp>
        <p:nvSpPr>
          <p:cNvPr id="17" name="line-654-328-226">
            <a:extLst xmlns:a="http://schemas.openxmlformats.org/drawingml/2006/main">
              <a:ext uri="{FF2B5EF4-FFF2-40B4-BE49-F238E27FC236}">
                <a16:creationId xmlns:a16="http://schemas.microsoft.com/office/drawing/2014/main" id="{6750F206-950B-453D-BBF1-256369FD7F45}"/>
              </a:ext>
            </a:extLst>
          </p:cNvPr>
          <p:cNvSpPr>
            <a:spLocks xmlns:a="http://schemas.openxmlformats.org/drawingml/2006/main" noGrp="1"/>
          </p:cNvSpPr>
          <p:nvPr/>
        </p:nvSpPr>
        <p:spPr>
          <a:xfrm xmlns:a="http://schemas.openxmlformats.org/drawingml/2006/main">
            <a:off x="6229350" y="3124200"/>
            <a:ext cx="2152650" cy="9525"/>
          </a:xfrm>
          <a:prstGeom xmlns:a="http://schemas.openxmlformats.org/drawingml/2006/main" prst="rect">
            <a:avLst/>
          </a:prstGeom>
          <a:solidFill xmlns:a="http://schemas.openxmlformats.org/drawingml/2006/main">
            <a:srgbClr val="6A655F"/>
          </a:solidFill>
          <a:ln xmlns:a="http://schemas.openxmlformats.org/drawingml/2006/main" w="0">
            <a:noFill/>
            <a:prstDash val="solid"/>
          </a:ln>
        </p:spPr>
      </p:sp>
      <p:sp>
        <p:nvSpPr>
          <p:cNvPr id="18" name="text-ccabxdg">
            <a:extLst xmlns:a="http://schemas.openxmlformats.org/drawingml/2006/main">
              <a:ext uri="{FF2B5EF4-FFF2-40B4-BE49-F238E27FC236}">
                <a16:creationId xmlns:a16="http://schemas.microsoft.com/office/drawing/2014/main" id="{36553DB6-E505-4095-8978-565C9108076F}"/>
              </a:ext>
            </a:extLst>
          </p:cNvPr>
          <p:cNvSpPr>
            <a:spLocks xmlns:a="http://schemas.openxmlformats.org/drawingml/2006/main" noGrp="1"/>
          </p:cNvSpPr>
          <p:nvPr/>
        </p:nvSpPr>
        <p:spPr>
          <a:xfrm xmlns:a="http://schemas.openxmlformats.org/drawingml/2006/main">
            <a:off x="6229350" y="3314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03</a:t>
            </a:r>
          </a:p>
        </p:txBody>
      </p:sp>
      <p:sp>
        <p:nvSpPr>
          <p:cNvPr id="19" name="text-5drhihk">
            <a:extLst xmlns:a="http://schemas.openxmlformats.org/drawingml/2006/main">
              <a:ext uri="{FF2B5EF4-FFF2-40B4-BE49-F238E27FC236}">
                <a16:creationId xmlns:a16="http://schemas.microsoft.com/office/drawing/2014/main" id="{432485D7-EF32-4CF8-8707-5CB254CEFDDA}"/>
              </a:ext>
            </a:extLst>
          </p:cNvPr>
          <p:cNvSpPr>
            <a:spLocks xmlns:a="http://schemas.openxmlformats.org/drawingml/2006/main" noGrp="1"/>
          </p:cNvSpPr>
          <p:nvPr/>
        </p:nvSpPr>
        <p:spPr>
          <a:xfrm xmlns:a="http://schemas.openxmlformats.org/drawingml/2006/main">
            <a:off x="6229350" y="37147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725" b="1" i="0">
                <a:solidFill>
                  <a:srgbClr val="FBF8F1"/>
                </a:solidFill>
                <a:latin typeface="Yu Gothic"/>
                <a:ea typeface="Yu Gothic"/>
                <a:cs typeface="Yu Gothic"/>
              </a:defRPr>
            </a:pPr>
            <a:r>
              <a:rPr sz="1725" b="1" i="0">
                <a:solidFill>
                  <a:srgbClr val="FBF8F1"/>
                </a:solidFill>
                <a:latin typeface="Yu Gothic"/>
                <a:ea typeface="Yu Gothic"/>
                <a:cs typeface="Yu Gothic"/>
              </a:rPr>
              <a:t>Data</a:t>
            </a:r>
          </a:p>
        </p:txBody>
      </p:sp>
      <p:sp>
        <p:nvSpPr>
          <p:cNvPr id="20" name="text-o5a6848">
            <a:extLst xmlns:a="http://schemas.openxmlformats.org/drawingml/2006/main">
              <a:ext uri="{FF2B5EF4-FFF2-40B4-BE49-F238E27FC236}">
                <a16:creationId xmlns:a16="http://schemas.microsoft.com/office/drawing/2014/main" id="{B00A8679-42B6-4204-BCAF-4A492EA130F6}"/>
              </a:ext>
            </a:extLst>
          </p:cNvPr>
          <p:cNvSpPr>
            <a:spLocks xmlns:a="http://schemas.openxmlformats.org/drawingml/2006/main" noGrp="1"/>
          </p:cNvSpPr>
          <p:nvPr/>
        </p:nvSpPr>
        <p:spPr>
          <a:xfrm xmlns:a="http://schemas.openxmlformats.org/drawingml/2006/main">
            <a:off x="6229350" y="4305300"/>
            <a:ext cx="2190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External APIs</a:t>
            </a:r>
          </a:p>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MySQL / H2</a:t>
            </a:r>
          </a:p>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owned content</a:t>
            </a:r>
          </a:p>
        </p:txBody>
      </p:sp>
      <p:sp>
        <p:nvSpPr>
          <p:cNvPr id="21" name="line-954-328-226">
            <a:extLst xmlns:a="http://schemas.openxmlformats.org/drawingml/2006/main">
              <a:ext uri="{FF2B5EF4-FFF2-40B4-BE49-F238E27FC236}">
                <a16:creationId xmlns:a16="http://schemas.microsoft.com/office/drawing/2014/main" id="{EB236113-603E-4FBB-AFFE-0E25BBC7E8B1}"/>
              </a:ext>
            </a:extLst>
          </p:cNvPr>
          <p:cNvSpPr>
            <a:spLocks xmlns:a="http://schemas.openxmlformats.org/drawingml/2006/main" noGrp="1"/>
          </p:cNvSpPr>
          <p:nvPr/>
        </p:nvSpPr>
        <p:spPr>
          <a:xfrm xmlns:a="http://schemas.openxmlformats.org/drawingml/2006/main">
            <a:off x="9086850" y="3124200"/>
            <a:ext cx="2152650" cy="9525"/>
          </a:xfrm>
          <a:prstGeom xmlns:a="http://schemas.openxmlformats.org/drawingml/2006/main" prst="rect">
            <a:avLst/>
          </a:prstGeom>
          <a:solidFill xmlns:a="http://schemas.openxmlformats.org/drawingml/2006/main">
            <a:srgbClr val="6A655F"/>
          </a:solidFill>
          <a:ln xmlns:a="http://schemas.openxmlformats.org/drawingml/2006/main" w="0">
            <a:noFill/>
            <a:prstDash val="solid"/>
          </a:ln>
        </p:spPr>
      </p:sp>
      <p:sp>
        <p:nvSpPr>
          <p:cNvPr id="22" name="text-9vg9xlz">
            <a:extLst xmlns:a="http://schemas.openxmlformats.org/drawingml/2006/main">
              <a:ext uri="{FF2B5EF4-FFF2-40B4-BE49-F238E27FC236}">
                <a16:creationId xmlns:a16="http://schemas.microsoft.com/office/drawing/2014/main" id="{B8237E38-A3EC-4E41-B759-0426EA786A54}"/>
              </a:ext>
            </a:extLst>
          </p:cNvPr>
          <p:cNvSpPr>
            <a:spLocks xmlns:a="http://schemas.openxmlformats.org/drawingml/2006/main" noGrp="1"/>
          </p:cNvSpPr>
          <p:nvPr/>
        </p:nvSpPr>
        <p:spPr>
          <a:xfrm xmlns:a="http://schemas.openxmlformats.org/drawingml/2006/main">
            <a:off x="9086850" y="3314700"/>
            <a:ext cx="4000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04</a:t>
            </a:r>
          </a:p>
        </p:txBody>
      </p:sp>
      <p:sp>
        <p:nvSpPr>
          <p:cNvPr id="23" name="text-uq7alzk">
            <a:extLst xmlns:a="http://schemas.openxmlformats.org/drawingml/2006/main">
              <a:ext uri="{FF2B5EF4-FFF2-40B4-BE49-F238E27FC236}">
                <a16:creationId xmlns:a16="http://schemas.microsoft.com/office/drawing/2014/main" id="{1612FDBF-2977-460F-88E6-11DA6952797B}"/>
              </a:ext>
            </a:extLst>
          </p:cNvPr>
          <p:cNvSpPr>
            <a:spLocks xmlns:a="http://schemas.openxmlformats.org/drawingml/2006/main" noGrp="1"/>
          </p:cNvSpPr>
          <p:nvPr/>
        </p:nvSpPr>
        <p:spPr>
          <a:xfrm xmlns:a="http://schemas.openxmlformats.org/drawingml/2006/main">
            <a:off x="9086850" y="3714750"/>
            <a:ext cx="2190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725" b="1" i="0">
                <a:solidFill>
                  <a:srgbClr val="FBF8F1"/>
                </a:solidFill>
                <a:latin typeface="Yu Gothic"/>
                <a:ea typeface="Yu Gothic"/>
                <a:cs typeface="Yu Gothic"/>
              </a:defRPr>
            </a:pPr>
            <a:r>
              <a:rPr sz="1725" b="1" i="0">
                <a:solidFill>
                  <a:srgbClr val="FBF8F1"/>
                </a:solidFill>
                <a:latin typeface="Yu Gothic"/>
                <a:ea typeface="Yu Gothic"/>
                <a:cs typeface="Yu Gothic"/>
              </a:rPr>
              <a:t>Delivery</a:t>
            </a:r>
          </a:p>
        </p:txBody>
      </p:sp>
      <p:sp>
        <p:nvSpPr>
          <p:cNvPr id="24" name="text-6h06buz">
            <a:extLst xmlns:a="http://schemas.openxmlformats.org/drawingml/2006/main">
              <a:ext uri="{FF2B5EF4-FFF2-40B4-BE49-F238E27FC236}">
                <a16:creationId xmlns:a16="http://schemas.microsoft.com/office/drawing/2014/main" id="{AC63054A-E350-489C-8873-32ECAD273079}"/>
              </a:ext>
            </a:extLst>
          </p:cNvPr>
          <p:cNvSpPr>
            <a:spLocks xmlns:a="http://schemas.openxmlformats.org/drawingml/2006/main" noGrp="1"/>
          </p:cNvSpPr>
          <p:nvPr/>
        </p:nvSpPr>
        <p:spPr>
          <a:xfrm xmlns:a="http://schemas.openxmlformats.org/drawingml/2006/main">
            <a:off x="9086850" y="4305300"/>
            <a:ext cx="2190750" cy="1123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Docker Hub</a:t>
            </a:r>
          </a:p>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Azure App Service</a:t>
            </a:r>
          </a:p>
          <a:p xmlns:a="http://schemas.openxmlformats.org/drawingml/2006/main">
            <a:pPr algn="l">
              <a:lnSpc>
                <a:spcPct val="135000"/>
              </a:lnSpc>
              <a:buNone/>
              <a:defRPr sz="1350" b="0" i="0">
                <a:solidFill>
                  <a:srgbClr val="BDB7AE"/>
                </a:solidFill>
                <a:latin typeface="Yu Mincho"/>
                <a:ea typeface="Yu Mincho"/>
                <a:cs typeface="Yu Mincho"/>
              </a:defRPr>
            </a:pPr>
            <a:r>
              <a:rPr sz="1350" b="0" i="0">
                <a:solidFill>
                  <a:srgbClr val="BDB7AE"/>
                </a:solidFill>
                <a:latin typeface="Yu Mincho"/>
                <a:ea typeface="Yu Mincho"/>
                <a:cs typeface="Yu Mincho"/>
              </a:rPr>
              <a:t>port 8080</a:t>
            </a:r>
          </a:p>
        </p:txBody>
      </p:sp>
      <p:sp>
        <p:nvSpPr>
          <p:cNvPr id="25" name="line-54-616-1126">
            <a:extLst xmlns:a="http://schemas.openxmlformats.org/drawingml/2006/main">
              <a:ext uri="{FF2B5EF4-FFF2-40B4-BE49-F238E27FC236}">
                <a16:creationId xmlns:a16="http://schemas.microsoft.com/office/drawing/2014/main" id="{9ADB6B83-EC01-426D-AF55-DC14A66CBF89}"/>
              </a:ext>
            </a:extLst>
          </p:cNvPr>
          <p:cNvSpPr>
            <a:spLocks xmlns:a="http://schemas.openxmlformats.org/drawingml/2006/main" noGrp="1"/>
          </p:cNvSpPr>
          <p:nvPr/>
        </p:nvSpPr>
        <p:spPr>
          <a:xfrm xmlns:a="http://schemas.openxmlformats.org/drawingml/2006/main">
            <a:off x="514350" y="5867400"/>
            <a:ext cx="10725150" cy="9525"/>
          </a:xfrm>
          <a:prstGeom xmlns:a="http://schemas.openxmlformats.org/drawingml/2006/main" prst="rect">
            <a:avLst/>
          </a:prstGeom>
          <a:solidFill xmlns:a="http://schemas.openxmlformats.org/drawingml/2006/main">
            <a:srgbClr val="5B5752"/>
          </a:solidFill>
          <a:ln xmlns:a="http://schemas.openxmlformats.org/drawingml/2006/main" w="0">
            <a:noFill/>
            <a:prstDash val="solid"/>
          </a:ln>
        </p:spPr>
      </p:sp>
      <p:sp>
        <p:nvSpPr>
          <p:cNvPr id="26" name="text-4vhragx">
            <a:extLst xmlns:a="http://schemas.openxmlformats.org/drawingml/2006/main">
              <a:ext uri="{FF2B5EF4-FFF2-40B4-BE49-F238E27FC236}">
                <a16:creationId xmlns:a16="http://schemas.microsoft.com/office/drawing/2014/main" id="{5466AE9C-0BBA-4179-A742-CF115AA8AA74}"/>
              </a:ext>
            </a:extLst>
          </p:cNvPr>
          <p:cNvSpPr>
            <a:spLocks xmlns:a="http://schemas.openxmlformats.org/drawingml/2006/main" noGrp="1"/>
          </p:cNvSpPr>
          <p:nvPr/>
        </p:nvSpPr>
        <p:spPr>
          <a:xfrm xmlns:a="http://schemas.openxmlformats.org/drawingml/2006/main">
            <a:off x="514350" y="607695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ONE APPLICATION IMAGE</a:t>
            </a:r>
          </a:p>
        </p:txBody>
      </p:sp>
      <p:sp>
        <p:nvSpPr>
          <p:cNvPr id="27" name="text-jskx3m2">
            <a:extLst xmlns:a="http://schemas.openxmlformats.org/drawingml/2006/main">
              <a:ext uri="{FF2B5EF4-FFF2-40B4-BE49-F238E27FC236}">
                <a16:creationId xmlns:a16="http://schemas.microsoft.com/office/drawing/2014/main" id="{354C535E-169D-4128-9EFA-24FB8C387549}"/>
              </a:ext>
            </a:extLst>
          </p:cNvPr>
          <p:cNvSpPr>
            <a:spLocks xmlns:a="http://schemas.openxmlformats.org/drawingml/2006/main" noGrp="1"/>
          </p:cNvSpPr>
          <p:nvPr/>
        </p:nvSpPr>
        <p:spPr>
          <a:xfrm xmlns:a="http://schemas.openxmlformats.org/drawingml/2006/main">
            <a:off x="5581650" y="6076950"/>
            <a:ext cx="56578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825" b="0" i="0">
                <a:solidFill>
                  <a:srgbClr val="AAA49B"/>
                </a:solidFill>
                <a:latin typeface="Consolas"/>
                <a:ea typeface="Consolas"/>
                <a:cs typeface="Consolas"/>
              </a:defRPr>
            </a:pPr>
            <a:r>
              <a:rPr sz="825" b="0" i="0">
                <a:solidFill>
                  <a:srgbClr val="AAA49B"/>
                </a:solidFill>
                <a:latin typeface="Consolas"/>
                <a:ea typeface="Consolas"/>
                <a:cs typeface="Consolas"/>
              </a:rPr>
              <a:t>same interface · same API · reproducible release</a:t>
            </a:r>
          </a:p>
        </p:txBody>
      </p:sp>
    </p:spTree>
    <p:extLst>
      <p:ext uri="{BB962C8B-B14F-4D97-AF65-F5344CB8AC3E}">
        <p14:creationId xmlns:p14="http://schemas.microsoft.com/office/powerpoint/2010/main" val="175639509"/>
      </p:ext>
    </p:extLst>
  </p:cSld>
</p:sld>
</file>

<file path=ppt/slides/slide12.xml><?xml version="1.0" encoding="utf-8"?>
<p:sld xmlns:p="http://schemas.openxmlformats.org/presentationml/2006/main">
  <p:cSld>
    <p:bg>
      <p:bgPr>
        <a:solidFill xmlns:a="http://schemas.openxmlformats.org/drawingml/2006/main">
          <a:srgbClr val="F2EEE6"/>
        </a:solidFill>
      </p:bgPr>
    </p:bg>
    <p:spTree>
      <p:nvGrpSpPr>
        <p:cNvPr id="1" name=""/>
        <p:cNvGrpSpPr/>
        <p:nvPr/>
      </p:nvGrpSpPr>
      <p:grpSpPr>
        <a:xfrm xmlns:a="http://schemas.openxmlformats.org/drawingml/2006/main"/>
      </p:grpSpPr>
      <p:sp>
        <p:nvSpPr>
          <p:cNvPr id="23" name="line-48-38-28">
            <a:extLst xmlns:a="http://schemas.openxmlformats.org/drawingml/2006/main">
              <a:ext uri="{FF2B5EF4-FFF2-40B4-BE49-F238E27FC236}">
                <a16:creationId xmlns:a16="http://schemas.microsoft.com/office/drawing/2014/main" id="{924CBD99-105D-4DC7-9850-56B7E82FB72D}"/>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 name="text-xsdbv3q">
            <a:extLst xmlns:a="http://schemas.openxmlformats.org/drawingml/2006/main">
              <a:ext uri="{FF2B5EF4-FFF2-40B4-BE49-F238E27FC236}">
                <a16:creationId xmlns:a16="http://schemas.microsoft.com/office/drawing/2014/main" id="{3105DA3C-7285-45C7-A310-4A389A300A84}"/>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171613"/>
                </a:solidFill>
                <a:latin typeface="Consolas"/>
                <a:ea typeface="Consolas"/>
                <a:cs typeface="Consolas"/>
              </a:defRPr>
            </a:pPr>
            <a:r>
              <a:rPr sz="825" b="1" i="0">
                <a:solidFill>
                  <a:srgbClr val="171613"/>
                </a:solidFill>
                <a:latin typeface="Consolas"/>
                <a:ea typeface="Consolas"/>
                <a:cs typeface="Consolas"/>
              </a:rPr>
              <a:t>SECURITY</a:t>
            </a:r>
          </a:p>
        </p:txBody>
      </p:sp>
      <p:sp>
        <p:nvSpPr>
          <p:cNvPr id="3" name="text-k4i9hs1">
            <a:extLst xmlns:a="http://schemas.openxmlformats.org/drawingml/2006/main">
              <a:ext uri="{FF2B5EF4-FFF2-40B4-BE49-F238E27FC236}">
                <a16:creationId xmlns:a16="http://schemas.microsoft.com/office/drawing/2014/main" id="{CFC65E9C-BE20-42C7-9653-4C26091C4EF8}"/>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12</a:t>
            </a:r>
          </a:p>
        </p:txBody>
      </p:sp>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c2bdf78a00ed4106"/>
          <a:srcRect xmlns:a="http://schemas.openxmlformats.org/drawingml/2006/main" l="29688" t="0" r="29688" b="0"/>
          <a:stretch xmlns:a="http://schemas.openxmlformats.org/drawingml/2006/main">
            <a:fillRect l="0" t="0" r="0" b="0"/>
          </a:stretch>
        </p:blipFill>
        <p:spPr>
          <a:xfrm xmlns:a="http://schemas.openxmlformats.org/drawingml/2006/main">
            <a:off x="0" y="0"/>
            <a:ext cx="4953000" cy="6858000"/>
          </a:xfrm>
          <a:prstGeom xmlns:a="http://schemas.openxmlformats.org/drawingml/2006/main" prst="rect">
            <a:avLst/>
          </a:prstGeom>
        </p:spPr>
      </p:pic>
      <p:sp>
        <p:nvSpPr>
          <p:cNvPr id="5" name="security-spine">
            <a:extLst xmlns:a="http://schemas.openxmlformats.org/drawingml/2006/main">
              <a:ext uri="{FF2B5EF4-FFF2-40B4-BE49-F238E27FC236}">
                <a16:creationId xmlns:a16="http://schemas.microsoft.com/office/drawing/2014/main" id="{2DF73BC5-123B-40B7-B4AE-B9198CDA5522}"/>
              </a:ext>
            </a:extLst>
          </p:cNvPr>
          <p:cNvSpPr>
            <a:spLocks xmlns:a="http://schemas.openxmlformats.org/drawingml/2006/main" noGrp="1"/>
          </p:cNvSpPr>
          <p:nvPr/>
        </p:nvSpPr>
        <p:spPr>
          <a:xfrm xmlns:a="http://schemas.openxmlformats.org/drawingml/2006/main">
            <a:off x="4953000" y="0"/>
            <a:ext cx="171450" cy="685800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6" name="text-brhhgf9">
            <a:extLst xmlns:a="http://schemas.openxmlformats.org/drawingml/2006/main">
              <a:ext uri="{FF2B5EF4-FFF2-40B4-BE49-F238E27FC236}">
                <a16:creationId xmlns:a16="http://schemas.microsoft.com/office/drawing/2014/main" id="{B6BB4BB0-90F9-4D87-89DF-7DF45C35BB5C}"/>
              </a:ext>
            </a:extLst>
          </p:cNvPr>
          <p:cNvSpPr>
            <a:spLocks xmlns:a="http://schemas.openxmlformats.org/drawingml/2006/main" noGrp="1"/>
          </p:cNvSpPr>
          <p:nvPr/>
        </p:nvSpPr>
        <p:spPr>
          <a:xfrm xmlns:a="http://schemas.openxmlformats.org/drawingml/2006/main">
            <a:off x="5715000" y="685800"/>
            <a:ext cx="57150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450" b="0" i="0">
                <a:solidFill>
                  <a:srgbClr val="171613"/>
                </a:solidFill>
                <a:latin typeface="Yu Mincho"/>
                <a:ea typeface="Yu Mincho"/>
                <a:cs typeface="Yu Mincho"/>
              </a:defRPr>
            </a:pPr>
            <a:r>
              <a:rPr sz="3450" b="0" i="0">
                <a:solidFill>
                  <a:srgbClr val="171613"/>
                </a:solidFill>
                <a:latin typeface="Yu Mincho"/>
                <a:ea typeface="Yu Mincho"/>
                <a:cs typeface="Yu Mincho"/>
              </a:rPr>
              <a:t>Every edit is checked</a:t>
            </a:r>
          </a:p>
          <a:p xmlns:a="http://schemas.openxmlformats.org/drawingml/2006/main">
            <a:pPr algn="l">
              <a:lnSpc>
                <a:spcPct val="96000"/>
              </a:lnSpc>
              <a:buNone/>
              <a:defRPr sz="3450" b="0" i="0">
                <a:solidFill>
                  <a:srgbClr val="171613"/>
                </a:solidFill>
                <a:latin typeface="Yu Mincho"/>
                <a:ea typeface="Yu Mincho"/>
                <a:cs typeface="Yu Mincho"/>
              </a:defRPr>
            </a:pPr>
            <a:r>
              <a:rPr sz="3450" b="0" i="0">
                <a:solidFill>
                  <a:srgbClr val="171613"/>
                </a:solidFill>
                <a:latin typeface="Yu Mincho"/>
                <a:ea typeface="Yu Mincho"/>
                <a:cs typeface="Yu Mincho"/>
              </a:rPr>
              <a:t>on the server.</a:t>
            </a:r>
          </a:p>
        </p:txBody>
      </p:sp>
      <p:sp>
        <p:nvSpPr>
          <p:cNvPr id="7" name="text-puhytjv">
            <a:extLst xmlns:a="http://schemas.openxmlformats.org/drawingml/2006/main">
              <a:ext uri="{FF2B5EF4-FFF2-40B4-BE49-F238E27FC236}">
                <a16:creationId xmlns:a16="http://schemas.microsoft.com/office/drawing/2014/main" id="{098B0AA4-37F5-45AB-AE5E-5FF860381447}"/>
              </a:ext>
            </a:extLst>
          </p:cNvPr>
          <p:cNvSpPr>
            <a:spLocks xmlns:a="http://schemas.openxmlformats.org/drawingml/2006/main" noGrp="1"/>
          </p:cNvSpPr>
          <p:nvPr/>
        </p:nvSpPr>
        <p:spPr>
          <a:xfrm xmlns:a="http://schemas.openxmlformats.org/drawingml/2006/main">
            <a:off x="5772150" y="2076450"/>
            <a:ext cx="5334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0" i="1">
                <a:solidFill>
                  <a:srgbClr val="4D4942"/>
                </a:solidFill>
                <a:latin typeface="Yu Mincho"/>
                <a:ea typeface="Yu Mincho"/>
                <a:cs typeface="Yu Mincho"/>
              </a:defRPr>
            </a:pPr>
            <a:r>
              <a:rPr sz="1425" b="0" i="1">
                <a:solidFill>
                  <a:srgbClr val="4D4942"/>
                </a:solidFill>
                <a:latin typeface="Yu Mincho"/>
                <a:ea typeface="Yu Mincho"/>
                <a:cs typeface="Yu Mincho"/>
              </a:rPr>
              <a:t>A polished interface is not the security boundary.</a:t>
            </a:r>
          </a:p>
        </p:txBody>
      </p:sp>
      <p:sp>
        <p:nvSpPr>
          <p:cNvPr id="8" name="line-606-350-568">
            <a:extLst xmlns:a="http://schemas.openxmlformats.org/drawingml/2006/main">
              <a:ext uri="{FF2B5EF4-FFF2-40B4-BE49-F238E27FC236}">
                <a16:creationId xmlns:a16="http://schemas.microsoft.com/office/drawing/2014/main" id="{BD199BDD-2921-44AF-AADC-576A15993910}"/>
              </a:ext>
            </a:extLst>
          </p:cNvPr>
          <p:cNvSpPr>
            <a:spLocks xmlns:a="http://schemas.openxmlformats.org/drawingml/2006/main" noGrp="1"/>
          </p:cNvSpPr>
          <p:nvPr/>
        </p:nvSpPr>
        <p:spPr>
          <a:xfrm xmlns:a="http://schemas.openxmlformats.org/drawingml/2006/main">
            <a:off x="5772150" y="3333750"/>
            <a:ext cx="5410200" cy="9525"/>
          </a:xfrm>
          <a:prstGeom xmlns:a="http://schemas.openxmlformats.org/drawingml/2006/main" prst="rect">
            <a:avLst/>
          </a:prstGeom>
          <a:solidFill xmlns:a="http://schemas.openxmlformats.org/drawingml/2006/main">
            <a:srgbClr val="AAA39A"/>
          </a:solidFill>
          <a:ln xmlns:a="http://schemas.openxmlformats.org/drawingml/2006/main" w="0">
            <a:noFill/>
            <a:prstDash val="solid"/>
          </a:ln>
        </p:spPr>
      </p:sp>
      <p:sp>
        <p:nvSpPr>
          <p:cNvPr id="9" name="text-n8ros2y">
            <a:extLst xmlns:a="http://schemas.openxmlformats.org/drawingml/2006/main">
              <a:ext uri="{FF2B5EF4-FFF2-40B4-BE49-F238E27FC236}">
                <a16:creationId xmlns:a16="http://schemas.microsoft.com/office/drawing/2014/main" id="{A32BB431-7079-4C0B-95B5-697A137BFC4F}"/>
              </a:ext>
            </a:extLst>
          </p:cNvPr>
          <p:cNvSpPr>
            <a:spLocks xmlns:a="http://schemas.openxmlformats.org/drawingml/2006/main" noGrp="1"/>
          </p:cNvSpPr>
          <p:nvPr/>
        </p:nvSpPr>
        <p:spPr>
          <a:xfrm xmlns:a="http://schemas.openxmlformats.org/drawingml/2006/main">
            <a:off x="5772150" y="2895600"/>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725" b="1" i="0">
                <a:solidFill>
                  <a:srgbClr val="D84A32"/>
                </a:solidFill>
                <a:latin typeface="Yu Mincho"/>
                <a:ea typeface="Yu Mincho"/>
                <a:cs typeface="Yu Mincho"/>
              </a:defRPr>
            </a:pPr>
            <a:r>
              <a:rPr sz="1725" b="1" i="0">
                <a:solidFill>
                  <a:srgbClr val="D84A32"/>
                </a:solidFill>
                <a:latin typeface="Yu Mincho"/>
                <a:ea typeface="Yu Mincho"/>
                <a:cs typeface="Yu Mincho"/>
              </a:rPr>
              <a:t>BCrypt</a:t>
            </a:r>
          </a:p>
        </p:txBody>
      </p:sp>
      <p:sp>
        <p:nvSpPr>
          <p:cNvPr id="10" name="text-tlddu22">
            <a:extLst xmlns:a="http://schemas.openxmlformats.org/drawingml/2006/main">
              <a:ext uri="{FF2B5EF4-FFF2-40B4-BE49-F238E27FC236}">
                <a16:creationId xmlns:a16="http://schemas.microsoft.com/office/drawing/2014/main" id="{DF78FCBC-2F3D-45C1-8606-CD56C514D4D7}"/>
              </a:ext>
            </a:extLst>
          </p:cNvPr>
          <p:cNvSpPr>
            <a:spLocks xmlns:a="http://schemas.openxmlformats.org/drawingml/2006/main" noGrp="1"/>
          </p:cNvSpPr>
          <p:nvPr/>
        </p:nvSpPr>
        <p:spPr>
          <a:xfrm xmlns:a="http://schemas.openxmlformats.org/drawingml/2006/main">
            <a:off x="7848600" y="291465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4D4942"/>
                </a:solidFill>
                <a:latin typeface="Yu Gothic"/>
                <a:ea typeface="Yu Gothic"/>
                <a:cs typeface="Yu Gothic"/>
              </a:defRPr>
            </a:pPr>
            <a:r>
              <a:rPr sz="1125" b="0" i="0">
                <a:solidFill>
                  <a:srgbClr val="4D4942"/>
                </a:solidFill>
                <a:latin typeface="Yu Gothic"/>
                <a:ea typeface="Yu Gothic"/>
                <a:cs typeface="Yu Gothic"/>
              </a:rPr>
              <a:t>Local passwords are stored as hashes.</a:t>
            </a:r>
          </a:p>
        </p:txBody>
      </p:sp>
      <p:sp>
        <p:nvSpPr>
          <p:cNvPr id="11" name="line-606-417-568">
            <a:extLst xmlns:a="http://schemas.openxmlformats.org/drawingml/2006/main">
              <a:ext uri="{FF2B5EF4-FFF2-40B4-BE49-F238E27FC236}">
                <a16:creationId xmlns:a16="http://schemas.microsoft.com/office/drawing/2014/main" id="{3F9077D2-F4FC-4584-B1C0-3DE35D0D1E48}"/>
              </a:ext>
            </a:extLst>
          </p:cNvPr>
          <p:cNvSpPr>
            <a:spLocks xmlns:a="http://schemas.openxmlformats.org/drawingml/2006/main" noGrp="1"/>
          </p:cNvSpPr>
          <p:nvPr/>
        </p:nvSpPr>
        <p:spPr>
          <a:xfrm xmlns:a="http://schemas.openxmlformats.org/drawingml/2006/main">
            <a:off x="5772150" y="3971925"/>
            <a:ext cx="5410200" cy="9525"/>
          </a:xfrm>
          <a:prstGeom xmlns:a="http://schemas.openxmlformats.org/drawingml/2006/main" prst="rect">
            <a:avLst/>
          </a:prstGeom>
          <a:solidFill xmlns:a="http://schemas.openxmlformats.org/drawingml/2006/main">
            <a:srgbClr val="AAA39A"/>
          </a:solidFill>
          <a:ln xmlns:a="http://schemas.openxmlformats.org/drawingml/2006/main" w="0">
            <a:noFill/>
            <a:prstDash val="solid"/>
          </a:ln>
        </p:spPr>
      </p:sp>
      <p:sp>
        <p:nvSpPr>
          <p:cNvPr id="12" name="text-scd58ug">
            <a:extLst xmlns:a="http://schemas.openxmlformats.org/drawingml/2006/main">
              <a:ext uri="{FF2B5EF4-FFF2-40B4-BE49-F238E27FC236}">
                <a16:creationId xmlns:a16="http://schemas.microsoft.com/office/drawing/2014/main" id="{703C9190-391A-4EAE-BD4F-61DE4B17E3E5}"/>
              </a:ext>
            </a:extLst>
          </p:cNvPr>
          <p:cNvSpPr>
            <a:spLocks xmlns:a="http://schemas.openxmlformats.org/drawingml/2006/main" noGrp="1"/>
          </p:cNvSpPr>
          <p:nvPr/>
        </p:nvSpPr>
        <p:spPr>
          <a:xfrm xmlns:a="http://schemas.openxmlformats.org/drawingml/2006/main">
            <a:off x="5772150" y="3533775"/>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71613"/>
                </a:solidFill>
                <a:latin typeface="Yu Gothic"/>
                <a:ea typeface="Yu Gothic"/>
                <a:cs typeface="Yu Gothic"/>
              </a:defRPr>
            </a:pPr>
            <a:r>
              <a:rPr sz="1425" b="1" i="0">
                <a:solidFill>
                  <a:srgbClr val="171613"/>
                </a:solidFill>
                <a:latin typeface="Yu Gothic"/>
                <a:ea typeface="Yu Gothic"/>
                <a:cs typeface="Yu Gothic"/>
              </a:rPr>
              <a:t>HttpOnly + Secure</a:t>
            </a:r>
          </a:p>
        </p:txBody>
      </p:sp>
      <p:sp>
        <p:nvSpPr>
          <p:cNvPr id="13" name="text-qshgjlj">
            <a:extLst xmlns:a="http://schemas.openxmlformats.org/drawingml/2006/main">
              <a:ext uri="{FF2B5EF4-FFF2-40B4-BE49-F238E27FC236}">
                <a16:creationId xmlns:a16="http://schemas.microsoft.com/office/drawing/2014/main" id="{D1B8CC86-3A0B-4560-9132-5D41C23FD5DA}"/>
              </a:ext>
            </a:extLst>
          </p:cNvPr>
          <p:cNvSpPr>
            <a:spLocks xmlns:a="http://schemas.openxmlformats.org/drawingml/2006/main" noGrp="1"/>
          </p:cNvSpPr>
          <p:nvPr/>
        </p:nvSpPr>
        <p:spPr>
          <a:xfrm xmlns:a="http://schemas.openxmlformats.org/drawingml/2006/main">
            <a:off x="7848600" y="3552825"/>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4D4942"/>
                </a:solidFill>
                <a:latin typeface="Yu Gothic"/>
                <a:ea typeface="Yu Gothic"/>
                <a:cs typeface="Yu Gothic"/>
              </a:defRPr>
            </a:pPr>
            <a:r>
              <a:rPr sz="1125" b="0" i="0">
                <a:solidFill>
                  <a:srgbClr val="4D4942"/>
                </a:solidFill>
                <a:latin typeface="Yu Gothic"/>
                <a:ea typeface="Yu Gothic"/>
                <a:cs typeface="Yu Gothic"/>
              </a:rPr>
              <a:t>The session cookie stays outside browser scripts.</a:t>
            </a:r>
          </a:p>
        </p:txBody>
      </p:sp>
      <p:sp>
        <p:nvSpPr>
          <p:cNvPr id="14" name="line-606-484-568">
            <a:extLst xmlns:a="http://schemas.openxmlformats.org/drawingml/2006/main">
              <a:ext uri="{FF2B5EF4-FFF2-40B4-BE49-F238E27FC236}">
                <a16:creationId xmlns:a16="http://schemas.microsoft.com/office/drawing/2014/main" id="{29596527-FB46-48D6-9AEE-3AD295C87A63}"/>
              </a:ext>
            </a:extLst>
          </p:cNvPr>
          <p:cNvSpPr>
            <a:spLocks xmlns:a="http://schemas.openxmlformats.org/drawingml/2006/main" noGrp="1"/>
          </p:cNvSpPr>
          <p:nvPr/>
        </p:nvSpPr>
        <p:spPr>
          <a:xfrm xmlns:a="http://schemas.openxmlformats.org/drawingml/2006/main">
            <a:off x="5772150" y="4610100"/>
            <a:ext cx="5410200" cy="9525"/>
          </a:xfrm>
          <a:prstGeom xmlns:a="http://schemas.openxmlformats.org/drawingml/2006/main" prst="rect">
            <a:avLst/>
          </a:prstGeom>
          <a:solidFill xmlns:a="http://schemas.openxmlformats.org/drawingml/2006/main">
            <a:srgbClr val="AAA39A"/>
          </a:solidFill>
          <a:ln xmlns:a="http://schemas.openxmlformats.org/drawingml/2006/main" w="0">
            <a:noFill/>
            <a:prstDash val="solid"/>
          </a:ln>
        </p:spPr>
      </p:sp>
      <p:sp>
        <p:nvSpPr>
          <p:cNvPr id="15" name="text-8b11k3z">
            <a:extLst xmlns:a="http://schemas.openxmlformats.org/drawingml/2006/main">
              <a:ext uri="{FF2B5EF4-FFF2-40B4-BE49-F238E27FC236}">
                <a16:creationId xmlns:a16="http://schemas.microsoft.com/office/drawing/2014/main" id="{450C4F19-EE7D-4FC6-8A55-B653CE23174C}"/>
              </a:ext>
            </a:extLst>
          </p:cNvPr>
          <p:cNvSpPr>
            <a:spLocks xmlns:a="http://schemas.openxmlformats.org/drawingml/2006/main" noGrp="1"/>
          </p:cNvSpPr>
          <p:nvPr/>
        </p:nvSpPr>
        <p:spPr>
          <a:xfrm xmlns:a="http://schemas.openxmlformats.org/drawingml/2006/main">
            <a:off x="5772150" y="4171950"/>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71613"/>
                </a:solidFill>
                <a:latin typeface="Yu Gothic"/>
                <a:ea typeface="Yu Gothic"/>
                <a:cs typeface="Yu Gothic"/>
              </a:defRPr>
            </a:pPr>
            <a:r>
              <a:rPr sz="1425" b="1" i="0">
                <a:solidFill>
                  <a:srgbClr val="171613"/>
                </a:solidFill>
                <a:latin typeface="Yu Gothic"/>
                <a:ea typeface="Yu Gothic"/>
                <a:cs typeface="Yu Gothic"/>
              </a:rPr>
              <a:t>CSRF</a:t>
            </a:r>
          </a:p>
        </p:txBody>
      </p:sp>
      <p:sp>
        <p:nvSpPr>
          <p:cNvPr id="16" name="text-ca3ddvm">
            <a:extLst xmlns:a="http://schemas.openxmlformats.org/drawingml/2006/main">
              <a:ext uri="{FF2B5EF4-FFF2-40B4-BE49-F238E27FC236}">
                <a16:creationId xmlns:a16="http://schemas.microsoft.com/office/drawing/2014/main" id="{1870BA33-13BE-4ED2-B2BF-5CD26F8B8E54}"/>
              </a:ext>
            </a:extLst>
          </p:cNvPr>
          <p:cNvSpPr>
            <a:spLocks xmlns:a="http://schemas.openxmlformats.org/drawingml/2006/main" noGrp="1"/>
          </p:cNvSpPr>
          <p:nvPr/>
        </p:nvSpPr>
        <p:spPr>
          <a:xfrm xmlns:a="http://schemas.openxmlformats.org/drawingml/2006/main">
            <a:off x="7848600" y="419100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4D4942"/>
                </a:solidFill>
                <a:latin typeface="Yu Gothic"/>
                <a:ea typeface="Yu Gothic"/>
                <a:cs typeface="Yu Gothic"/>
              </a:defRPr>
            </a:pPr>
            <a:r>
              <a:rPr sz="1125" b="0" i="0">
                <a:solidFill>
                  <a:srgbClr val="4D4942"/>
                </a:solidFill>
                <a:latin typeface="Yu Gothic"/>
                <a:ea typeface="Yu Gothic"/>
                <a:cs typeface="Yu Gothic"/>
              </a:rPr>
              <a:t>State-changing requests require a matching token.</a:t>
            </a:r>
          </a:p>
        </p:txBody>
      </p:sp>
      <p:sp>
        <p:nvSpPr>
          <p:cNvPr id="17" name="line-606-551-568">
            <a:extLst xmlns:a="http://schemas.openxmlformats.org/drawingml/2006/main">
              <a:ext uri="{FF2B5EF4-FFF2-40B4-BE49-F238E27FC236}">
                <a16:creationId xmlns:a16="http://schemas.microsoft.com/office/drawing/2014/main" id="{FA2E5816-4661-4935-9C2F-8228AAFFF36C}"/>
              </a:ext>
            </a:extLst>
          </p:cNvPr>
          <p:cNvSpPr>
            <a:spLocks xmlns:a="http://schemas.openxmlformats.org/drawingml/2006/main" noGrp="1"/>
          </p:cNvSpPr>
          <p:nvPr/>
        </p:nvSpPr>
        <p:spPr>
          <a:xfrm xmlns:a="http://schemas.openxmlformats.org/drawingml/2006/main">
            <a:off x="5772150" y="5248275"/>
            <a:ext cx="5410200" cy="9525"/>
          </a:xfrm>
          <a:prstGeom xmlns:a="http://schemas.openxmlformats.org/drawingml/2006/main" prst="rect">
            <a:avLst/>
          </a:prstGeom>
          <a:solidFill xmlns:a="http://schemas.openxmlformats.org/drawingml/2006/main">
            <a:srgbClr val="AAA39A"/>
          </a:solidFill>
          <a:ln xmlns:a="http://schemas.openxmlformats.org/drawingml/2006/main" w="0">
            <a:noFill/>
            <a:prstDash val="solid"/>
          </a:ln>
        </p:spPr>
      </p:sp>
      <p:sp>
        <p:nvSpPr>
          <p:cNvPr id="18" name="text-wptz6b8">
            <a:extLst xmlns:a="http://schemas.openxmlformats.org/drawingml/2006/main">
              <a:ext uri="{FF2B5EF4-FFF2-40B4-BE49-F238E27FC236}">
                <a16:creationId xmlns:a16="http://schemas.microsoft.com/office/drawing/2014/main" id="{6AFD5954-00F5-43EF-ACDB-9338F52C9D7B}"/>
              </a:ext>
            </a:extLst>
          </p:cNvPr>
          <p:cNvSpPr>
            <a:spLocks xmlns:a="http://schemas.openxmlformats.org/drawingml/2006/main" noGrp="1"/>
          </p:cNvSpPr>
          <p:nvPr/>
        </p:nvSpPr>
        <p:spPr>
          <a:xfrm xmlns:a="http://schemas.openxmlformats.org/drawingml/2006/main">
            <a:off x="5772150" y="4810125"/>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71613"/>
                </a:solidFill>
                <a:latin typeface="Yu Gothic"/>
                <a:ea typeface="Yu Gothic"/>
                <a:cs typeface="Yu Gothic"/>
              </a:defRPr>
            </a:pPr>
            <a:r>
              <a:rPr sz="1425" b="1" i="0">
                <a:solidFill>
                  <a:srgbClr val="171613"/>
                </a:solidFill>
                <a:latin typeface="Yu Gothic"/>
                <a:ea typeface="Yu Gothic"/>
                <a:cs typeface="Yu Gothic"/>
              </a:rPr>
              <a:t>Roles</a:t>
            </a:r>
          </a:p>
        </p:txBody>
      </p:sp>
      <p:sp>
        <p:nvSpPr>
          <p:cNvPr id="19" name="text-culjz04">
            <a:extLst xmlns:a="http://schemas.openxmlformats.org/drawingml/2006/main">
              <a:ext uri="{FF2B5EF4-FFF2-40B4-BE49-F238E27FC236}">
                <a16:creationId xmlns:a16="http://schemas.microsoft.com/office/drawing/2014/main" id="{43AC2B84-9673-4717-8060-627C0EB6D8D6}"/>
              </a:ext>
            </a:extLst>
          </p:cNvPr>
          <p:cNvSpPr>
            <a:spLocks xmlns:a="http://schemas.openxmlformats.org/drawingml/2006/main" noGrp="1"/>
          </p:cNvSpPr>
          <p:nvPr/>
        </p:nvSpPr>
        <p:spPr>
          <a:xfrm xmlns:a="http://schemas.openxmlformats.org/drawingml/2006/main">
            <a:off x="7848600" y="4829175"/>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4D4942"/>
                </a:solidFill>
                <a:latin typeface="Yu Gothic"/>
                <a:ea typeface="Yu Gothic"/>
                <a:cs typeface="Yu Gothic"/>
              </a:defRPr>
            </a:pPr>
            <a:r>
              <a:rPr sz="1125" b="0" i="0">
                <a:solidFill>
                  <a:srgbClr val="4D4942"/>
                </a:solidFill>
                <a:latin typeface="Yu Gothic"/>
                <a:ea typeface="Yu Gothic"/>
                <a:cs typeface="Yu Gothic"/>
              </a:rPr>
              <a:t>Public registration cannot create an administrator.</a:t>
            </a:r>
          </a:p>
        </p:txBody>
      </p:sp>
      <p:sp>
        <p:nvSpPr>
          <p:cNvPr id="20" name="line-606-618-568">
            <a:extLst xmlns:a="http://schemas.openxmlformats.org/drawingml/2006/main">
              <a:ext uri="{FF2B5EF4-FFF2-40B4-BE49-F238E27FC236}">
                <a16:creationId xmlns:a16="http://schemas.microsoft.com/office/drawing/2014/main" id="{8A0D3BE2-BEB5-4B9D-883F-83AC3EAC8C09}"/>
              </a:ext>
            </a:extLst>
          </p:cNvPr>
          <p:cNvSpPr>
            <a:spLocks xmlns:a="http://schemas.openxmlformats.org/drawingml/2006/main" noGrp="1"/>
          </p:cNvSpPr>
          <p:nvPr/>
        </p:nvSpPr>
        <p:spPr>
          <a:xfrm xmlns:a="http://schemas.openxmlformats.org/drawingml/2006/main">
            <a:off x="5772150" y="5886450"/>
            <a:ext cx="5410200" cy="9525"/>
          </a:xfrm>
          <a:prstGeom xmlns:a="http://schemas.openxmlformats.org/drawingml/2006/main" prst="rect">
            <a:avLst/>
          </a:prstGeom>
          <a:solidFill xmlns:a="http://schemas.openxmlformats.org/drawingml/2006/main">
            <a:srgbClr val="AAA39A"/>
          </a:solidFill>
          <a:ln xmlns:a="http://schemas.openxmlformats.org/drawingml/2006/main" w="0">
            <a:noFill/>
            <a:prstDash val="solid"/>
          </a:ln>
        </p:spPr>
      </p:sp>
      <p:sp>
        <p:nvSpPr>
          <p:cNvPr id="21" name="text-ekjtil5">
            <a:extLst xmlns:a="http://schemas.openxmlformats.org/drawingml/2006/main">
              <a:ext uri="{FF2B5EF4-FFF2-40B4-BE49-F238E27FC236}">
                <a16:creationId xmlns:a16="http://schemas.microsoft.com/office/drawing/2014/main" id="{65C28D33-686D-4879-B15E-8AFE76DE7A70}"/>
              </a:ext>
            </a:extLst>
          </p:cNvPr>
          <p:cNvSpPr>
            <a:spLocks xmlns:a="http://schemas.openxmlformats.org/drawingml/2006/main" noGrp="1"/>
          </p:cNvSpPr>
          <p:nvPr/>
        </p:nvSpPr>
        <p:spPr>
          <a:xfrm xmlns:a="http://schemas.openxmlformats.org/drawingml/2006/main">
            <a:off x="5772150" y="5448300"/>
            <a:ext cx="2000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425" b="1" i="0">
                <a:solidFill>
                  <a:srgbClr val="171613"/>
                </a:solidFill>
                <a:latin typeface="Yu Gothic"/>
                <a:ea typeface="Yu Gothic"/>
                <a:cs typeface="Yu Gothic"/>
              </a:defRPr>
            </a:pPr>
            <a:r>
              <a:rPr sz="1425" b="1" i="0">
                <a:solidFill>
                  <a:srgbClr val="171613"/>
                </a:solidFill>
                <a:latin typeface="Yu Gothic"/>
                <a:ea typeface="Yu Gothic"/>
                <a:cs typeface="Yu Gothic"/>
              </a:rPr>
              <a:t>Ownership</a:t>
            </a:r>
          </a:p>
        </p:txBody>
      </p:sp>
      <p:sp>
        <p:nvSpPr>
          <p:cNvPr id="22" name="text-al6t36n">
            <a:extLst xmlns:a="http://schemas.openxmlformats.org/drawingml/2006/main">
              <a:ext uri="{FF2B5EF4-FFF2-40B4-BE49-F238E27FC236}">
                <a16:creationId xmlns:a16="http://schemas.microsoft.com/office/drawing/2014/main" id="{CC3E1658-B54E-45B7-92FC-DD82A3AB1165}"/>
              </a:ext>
            </a:extLst>
          </p:cNvPr>
          <p:cNvSpPr>
            <a:spLocks xmlns:a="http://schemas.openxmlformats.org/drawingml/2006/main" noGrp="1"/>
          </p:cNvSpPr>
          <p:nvPr/>
        </p:nvSpPr>
        <p:spPr>
          <a:xfrm xmlns:a="http://schemas.openxmlformats.org/drawingml/2006/main">
            <a:off x="7848600" y="5467350"/>
            <a:ext cx="3333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4D4942"/>
                </a:solidFill>
                <a:latin typeface="Yu Gothic"/>
                <a:ea typeface="Yu Gothic"/>
                <a:cs typeface="Yu Gothic"/>
              </a:defRPr>
            </a:pPr>
            <a:r>
              <a:rPr sz="1125" b="0" i="0">
                <a:solidFill>
                  <a:srgbClr val="4D4942"/>
                </a:solidFill>
                <a:latin typeface="Yu Gothic"/>
                <a:ea typeface="Yu Gothic"/>
                <a:cs typeface="Yu Gothic"/>
              </a:rPr>
              <a:t>Users may change only their own profile and work.</a:t>
            </a:r>
          </a:p>
        </p:txBody>
      </p:sp>
    </p:spTree>
    <p:extLst>
      <p:ext uri="{BB962C8B-B14F-4D97-AF65-F5344CB8AC3E}">
        <p14:creationId xmlns:p14="http://schemas.microsoft.com/office/powerpoint/2010/main" val="424918172"/>
      </p:ext>
    </p:extLst>
  </p:cSld>
</p:sld>
</file>

<file path=ppt/slides/slide13.xml><?xml version="1.0" encoding="utf-8"?>
<p:sld xmlns:p="http://schemas.openxmlformats.org/presentationml/2006/main">
  <p:cSld>
    <p:bg>
      <p:bgPr>
        <a:solidFill xmlns:a="http://schemas.openxmlformats.org/drawingml/2006/main">
          <a:srgbClr val="FBF8F1"/>
        </a:solidFill>
      </p:bgPr>
    </p:bg>
    <p:spTree>
      <p:nvGrpSpPr>
        <p:cNvPr id="1" name=""/>
        <p:cNvGrpSpPr/>
        <p:nvPr/>
      </p:nvGrpSpPr>
      <p:grpSpPr>
        <a:xfrm xmlns:a="http://schemas.openxmlformats.org/drawingml/2006/main"/>
      </p:grpSpPr>
      <p:sp>
        <p:nvSpPr>
          <p:cNvPr id="26" name="line-48-38-28">
            <a:extLst xmlns:a="http://schemas.openxmlformats.org/drawingml/2006/main">
              <a:ext uri="{FF2B5EF4-FFF2-40B4-BE49-F238E27FC236}">
                <a16:creationId xmlns:a16="http://schemas.microsoft.com/office/drawing/2014/main" id="{67C291C6-F58B-47E4-9712-6F8C02FC9E28}"/>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 name="text-coxj9ap">
            <a:extLst xmlns:a="http://schemas.openxmlformats.org/drawingml/2006/main">
              <a:ext uri="{FF2B5EF4-FFF2-40B4-BE49-F238E27FC236}">
                <a16:creationId xmlns:a16="http://schemas.microsoft.com/office/drawing/2014/main" id="{352D1E9F-BE65-4DA4-ACDF-B7BE0031DB31}"/>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171613"/>
                </a:solidFill>
                <a:latin typeface="Consolas"/>
                <a:ea typeface="Consolas"/>
                <a:cs typeface="Consolas"/>
              </a:defRPr>
            </a:pPr>
            <a:r>
              <a:rPr sz="825" b="1" i="0">
                <a:solidFill>
                  <a:srgbClr val="171613"/>
                </a:solidFill>
                <a:latin typeface="Consolas"/>
                <a:ea typeface="Consolas"/>
                <a:cs typeface="Consolas"/>
              </a:rPr>
              <a:t>CLASSROOM PROOF</a:t>
            </a:r>
          </a:p>
        </p:txBody>
      </p:sp>
      <p:sp>
        <p:nvSpPr>
          <p:cNvPr id="3" name="text-cq7siws">
            <a:extLst xmlns:a="http://schemas.openxmlformats.org/drawingml/2006/main">
              <a:ext uri="{FF2B5EF4-FFF2-40B4-BE49-F238E27FC236}">
                <a16:creationId xmlns:a16="http://schemas.microsoft.com/office/drawing/2014/main" id="{F0435854-AFAE-48F9-B10A-B35FFBAC5C8A}"/>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13</a:t>
            </a:r>
          </a:p>
        </p:txBody>
      </p:sp>
      <p:sp>
        <p:nvSpPr>
          <p:cNvPr id="4" name="text-oam0dms">
            <a:extLst xmlns:a="http://schemas.openxmlformats.org/drawingml/2006/main">
              <a:ext uri="{FF2B5EF4-FFF2-40B4-BE49-F238E27FC236}">
                <a16:creationId xmlns:a16="http://schemas.microsoft.com/office/drawing/2014/main" id="{86078B25-3FB5-4A63-9FD1-94314888B89A}"/>
              </a:ext>
            </a:extLst>
          </p:cNvPr>
          <p:cNvSpPr>
            <a:spLocks xmlns:a="http://schemas.openxmlformats.org/drawingml/2006/main" noGrp="1"/>
          </p:cNvSpPr>
          <p:nvPr/>
        </p:nvSpPr>
        <p:spPr>
          <a:xfrm xmlns:a="http://schemas.openxmlformats.org/drawingml/2006/main">
            <a:off x="495300" y="685800"/>
            <a:ext cx="59055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450" b="0" i="0">
                <a:solidFill>
                  <a:srgbClr val="171613"/>
                </a:solidFill>
                <a:latin typeface="Yu Mincho"/>
                <a:ea typeface="Yu Mincho"/>
                <a:cs typeface="Yu Mincho"/>
              </a:defRPr>
            </a:pPr>
            <a:r>
              <a:rPr sz="3450" b="0" i="0">
                <a:solidFill>
                  <a:srgbClr val="171613"/>
                </a:solidFill>
                <a:latin typeface="Yu Mincho"/>
                <a:ea typeface="Yu Mincho"/>
                <a:cs typeface="Yu Mincho"/>
              </a:rPr>
              <a:t>The release satisfies</a:t>
            </a:r>
          </a:p>
          <a:p xmlns:a="http://schemas.openxmlformats.org/drawingml/2006/main">
            <a:pPr algn="l">
              <a:lnSpc>
                <a:spcPct val="96000"/>
              </a:lnSpc>
              <a:buNone/>
              <a:defRPr sz="3450" b="0" i="0">
                <a:solidFill>
                  <a:srgbClr val="171613"/>
                </a:solidFill>
                <a:latin typeface="Yu Mincho"/>
                <a:ea typeface="Yu Mincho"/>
                <a:cs typeface="Yu Mincho"/>
              </a:defRPr>
            </a:pPr>
            <a:r>
              <a:rPr sz="3450" b="0" i="0">
                <a:solidFill>
                  <a:srgbClr val="171613"/>
                </a:solidFill>
                <a:latin typeface="Yu Mincho"/>
                <a:ea typeface="Yu Mincho"/>
                <a:cs typeface="Yu Mincho"/>
              </a:rPr>
              <a:t>the classroom brief.</a:t>
            </a:r>
          </a:p>
        </p:txBody>
      </p:sp>
      <p:sp>
        <p:nvSpPr>
          <p:cNvPr id="5" name="text-meww65e">
            <a:extLst xmlns:a="http://schemas.openxmlformats.org/drawingml/2006/main">
              <a:ext uri="{FF2B5EF4-FFF2-40B4-BE49-F238E27FC236}">
                <a16:creationId xmlns:a16="http://schemas.microsoft.com/office/drawing/2014/main" id="{4A593C13-EF4D-4293-B9D8-6A2A8AF93BA6}"/>
              </a:ext>
            </a:extLst>
          </p:cNvPr>
          <p:cNvSpPr>
            <a:spLocks xmlns:a="http://schemas.openxmlformats.org/drawingml/2006/main" noGrp="1"/>
          </p:cNvSpPr>
          <p:nvPr/>
        </p:nvSpPr>
        <p:spPr>
          <a:xfrm xmlns:a="http://schemas.openxmlformats.org/drawingml/2006/main">
            <a:off x="514350" y="2324100"/>
            <a:ext cx="2857500" cy="1276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7650" b="0" i="0">
                <a:solidFill>
                  <a:srgbClr val="D84A32"/>
                </a:solidFill>
                <a:latin typeface="Yu Mincho"/>
                <a:ea typeface="Yu Mincho"/>
                <a:cs typeface="Yu Mincho"/>
              </a:defRPr>
            </a:pPr>
            <a:r>
              <a:rPr sz="7650" b="0" i="0">
                <a:solidFill>
                  <a:srgbClr val="D84A32"/>
                </a:solidFill>
                <a:latin typeface="Yu Mincho"/>
                <a:ea typeface="Yu Mincho"/>
                <a:cs typeface="Yu Mincho"/>
              </a:rPr>
              <a:t>60%</a:t>
            </a:r>
          </a:p>
        </p:txBody>
      </p:sp>
      <p:sp>
        <p:nvSpPr>
          <p:cNvPr id="6" name="text-70wwajv">
            <a:extLst xmlns:a="http://schemas.openxmlformats.org/drawingml/2006/main">
              <a:ext uri="{FF2B5EF4-FFF2-40B4-BE49-F238E27FC236}">
                <a16:creationId xmlns:a16="http://schemas.microsoft.com/office/drawing/2014/main" id="{0C1D006A-9B01-4BAF-9F90-1E4B1FD9A7D8}"/>
              </a:ext>
            </a:extLst>
          </p:cNvPr>
          <p:cNvSpPr>
            <a:spLocks xmlns:a="http://schemas.openxmlformats.org/drawingml/2006/main" noGrp="1"/>
          </p:cNvSpPr>
          <p:nvPr/>
        </p:nvSpPr>
        <p:spPr>
          <a:xfrm xmlns:a="http://schemas.openxmlformats.org/drawingml/2006/main">
            <a:off x="590550" y="36576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75" b="1" i="0">
                <a:solidFill>
                  <a:srgbClr val="171613"/>
                </a:solidFill>
                <a:latin typeface="Consolas"/>
                <a:ea typeface="Consolas"/>
                <a:cs typeface="Consolas"/>
              </a:defRPr>
            </a:pPr>
            <a:r>
              <a:rPr sz="975" b="1" i="0">
                <a:solidFill>
                  <a:srgbClr val="171613"/>
                </a:solidFill>
                <a:latin typeface="Consolas"/>
                <a:ea typeface="Consolas"/>
                <a:cs typeface="Consolas"/>
              </a:rPr>
              <a:t>TECHNICAL MERIT</a:t>
            </a:r>
          </a:p>
        </p:txBody>
      </p:sp>
      <p:sp>
        <p:nvSpPr>
          <p:cNvPr id="7" name="text-6wy4oc2">
            <a:extLst xmlns:a="http://schemas.openxmlformats.org/drawingml/2006/main">
              <a:ext uri="{FF2B5EF4-FFF2-40B4-BE49-F238E27FC236}">
                <a16:creationId xmlns:a16="http://schemas.microsoft.com/office/drawing/2014/main" id="{68F57625-34E3-4D38-910B-586EEC1CB259}"/>
              </a:ext>
            </a:extLst>
          </p:cNvPr>
          <p:cNvSpPr>
            <a:spLocks xmlns:a="http://schemas.openxmlformats.org/drawingml/2006/main" noGrp="1"/>
          </p:cNvSpPr>
          <p:nvPr/>
        </p:nvSpPr>
        <p:spPr>
          <a:xfrm xmlns:a="http://schemas.openxmlformats.org/drawingml/2006/main">
            <a:off x="552450" y="4267200"/>
            <a:ext cx="34290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5650"/>
          </a:bodyPr>
          <a:lstStyle xmlns:a="http://schemas.openxmlformats.org/drawingml/2006/main"/>
          <a:p xmlns:a="http://schemas.openxmlformats.org/drawingml/2006/main">
            <a:pPr algn="l">
              <a:lnSpc>
                <a:spcPct val="120000"/>
              </a:lnSpc>
              <a:buNone/>
              <a:defRPr sz="1575" b="0" i="1">
                <a:solidFill>
                  <a:srgbClr val="4D4942"/>
                </a:solidFill>
                <a:latin typeface="Yu Mincho"/>
                <a:ea typeface="Yu Mincho"/>
                <a:cs typeface="Yu Mincho"/>
              </a:defRPr>
            </a:pPr>
            <a:r>
              <a:rPr sz="1575" b="0" i="1">
                <a:solidFill>
                  <a:srgbClr val="4D4942"/>
                </a:solidFill>
                <a:latin typeface="Yu Mincho"/>
                <a:ea typeface="Yu Mincho"/>
                <a:cs typeface="Yu Mincho"/>
              </a:rPr>
              <a:t>The design invites attention.</a:t>
            </a:r>
          </a:p>
          <a:p xmlns:a="http://schemas.openxmlformats.org/drawingml/2006/main">
            <a:pPr algn="l">
              <a:lnSpc>
                <a:spcPct val="120000"/>
              </a:lnSpc>
              <a:buNone/>
              <a:defRPr sz="1575" b="0" i="1">
                <a:solidFill>
                  <a:srgbClr val="4D4942"/>
                </a:solidFill>
                <a:latin typeface="Yu Mincho"/>
                <a:ea typeface="Yu Mincho"/>
                <a:cs typeface="Yu Mincho"/>
              </a:defRPr>
            </a:pPr>
            <a:r>
              <a:rPr sz="1575" b="0" i="1">
                <a:solidFill>
                  <a:srgbClr val="4D4942"/>
                </a:solidFill>
                <a:latin typeface="Yu Mincho"/>
                <a:ea typeface="Yu Mincho"/>
                <a:cs typeface="Yu Mincho"/>
              </a:rPr>
              <a:t>The implementation completes the brief.</a:t>
            </a:r>
          </a:p>
        </p:txBody>
      </p:sp>
      <p:sp>
        <p:nvSpPr>
          <p:cNvPr id="8" name="line-468-116-1">
            <a:extLst xmlns:a="http://schemas.openxmlformats.org/drawingml/2006/main">
              <a:ext uri="{FF2B5EF4-FFF2-40B4-BE49-F238E27FC236}">
                <a16:creationId xmlns:a16="http://schemas.microsoft.com/office/drawing/2014/main" id="{85ED39DA-7D89-42A4-A145-ED65614C1BE5}"/>
              </a:ext>
            </a:extLst>
          </p:cNvPr>
          <p:cNvSpPr>
            <a:spLocks xmlns:a="http://schemas.openxmlformats.org/drawingml/2006/main" noGrp="1"/>
          </p:cNvSpPr>
          <p:nvPr/>
        </p:nvSpPr>
        <p:spPr>
          <a:xfrm xmlns:a="http://schemas.openxmlformats.org/drawingml/2006/main">
            <a:off x="4457700" y="1104900"/>
            <a:ext cx="9525" cy="4953000"/>
          </a:xfrm>
          <a:prstGeom xmlns:a="http://schemas.openxmlformats.org/drawingml/2006/main" prst="rect">
            <a:avLst/>
          </a:prstGeom>
          <a:solidFill xmlns:a="http://schemas.openxmlformats.org/drawingml/2006/main">
            <a:srgbClr val="171613"/>
          </a:solidFill>
          <a:ln xmlns:a="http://schemas.openxmlformats.org/drawingml/2006/main" w="0">
            <a:noFill/>
            <a:prstDash val="solid"/>
          </a:ln>
        </p:spPr>
      </p:sp>
      <p:sp>
        <p:nvSpPr>
          <p:cNvPr id="9" name="text-n5hycom">
            <a:extLst xmlns:a="http://schemas.openxmlformats.org/drawingml/2006/main">
              <a:ext uri="{FF2B5EF4-FFF2-40B4-BE49-F238E27FC236}">
                <a16:creationId xmlns:a16="http://schemas.microsoft.com/office/drawing/2014/main" id="{49C57515-649F-47F7-943A-5EF6A4E10C5C}"/>
              </a:ext>
            </a:extLst>
          </p:cNvPr>
          <p:cNvSpPr>
            <a:spLocks xmlns:a="http://schemas.openxmlformats.org/drawingml/2006/main" noGrp="1"/>
          </p:cNvSpPr>
          <p:nvPr/>
        </p:nvSpPr>
        <p:spPr>
          <a:xfrm xmlns:a="http://schemas.openxmlformats.org/drawingml/2006/main">
            <a:off x="4819650" y="1028700"/>
            <a:ext cx="400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800" b="1" i="0">
                <a:solidFill>
                  <a:srgbClr val="D84A32"/>
                </a:solidFill>
                <a:latin typeface="Yu Gothic"/>
                <a:ea typeface="Yu Gothic"/>
                <a:cs typeface="Yu Gothic"/>
              </a:defRPr>
            </a:pPr>
            <a:r>
              <a:rPr sz="1800" b="1" i="0">
                <a:solidFill>
                  <a:srgbClr val="D84A32"/>
                </a:solidFill>
                <a:latin typeface="Yu Gothic"/>
                <a:ea typeface="Yu Gothic"/>
                <a:cs typeface="Yu Gothic"/>
              </a:rPr>
              <a:t>✓</a:t>
            </a:r>
          </a:p>
        </p:txBody>
      </p:sp>
      <p:sp>
        <p:nvSpPr>
          <p:cNvPr id="10" name="text-x2dn3y4">
            <a:extLst xmlns:a="http://schemas.openxmlformats.org/drawingml/2006/main">
              <a:ext uri="{FF2B5EF4-FFF2-40B4-BE49-F238E27FC236}">
                <a16:creationId xmlns:a16="http://schemas.microsoft.com/office/drawing/2014/main" id="{0436B47E-B829-4995-942F-993DF5775E10}"/>
              </a:ext>
            </a:extLst>
          </p:cNvPr>
          <p:cNvSpPr>
            <a:spLocks xmlns:a="http://schemas.openxmlformats.org/drawingml/2006/main" noGrp="1"/>
          </p:cNvSpPr>
          <p:nvPr/>
        </p:nvSpPr>
        <p:spPr>
          <a:xfrm xmlns:a="http://schemas.openxmlformats.org/drawingml/2006/main">
            <a:off x="5334000" y="10668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171613"/>
                </a:solidFill>
                <a:latin typeface="Consolas"/>
                <a:ea typeface="Consolas"/>
                <a:cs typeface="Consolas"/>
              </a:defRPr>
            </a:pPr>
            <a:r>
              <a:rPr sz="900" b="1" i="0">
                <a:solidFill>
                  <a:srgbClr val="171613"/>
                </a:solidFill>
                <a:latin typeface="Consolas"/>
                <a:ea typeface="Consolas"/>
                <a:cs typeface="Consolas"/>
              </a:rPr>
              <a:t>CLIENT + SERVICE</a:t>
            </a:r>
          </a:p>
        </p:txBody>
      </p:sp>
      <p:sp>
        <p:nvSpPr>
          <p:cNvPr id="11" name="text-jmd52er">
            <a:extLst xmlns:a="http://schemas.openxmlformats.org/drawingml/2006/main">
              <a:ext uri="{FF2B5EF4-FFF2-40B4-BE49-F238E27FC236}">
                <a16:creationId xmlns:a16="http://schemas.microsoft.com/office/drawing/2014/main" id="{FEEBB269-B8E9-4969-A8FC-B16E4538F3E2}"/>
              </a:ext>
            </a:extLst>
          </p:cNvPr>
          <p:cNvSpPr>
            <a:spLocks xmlns:a="http://schemas.openxmlformats.org/drawingml/2006/main" noGrp="1"/>
          </p:cNvSpPr>
          <p:nvPr/>
        </p:nvSpPr>
        <p:spPr>
          <a:xfrm xmlns:a="http://schemas.openxmlformats.org/drawingml/2006/main">
            <a:off x="5334000" y="13906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00" b="0" i="0">
                <a:solidFill>
                  <a:srgbClr val="4D4942"/>
                </a:solidFill>
                <a:latin typeface="Yu Gothic"/>
                <a:ea typeface="Yu Gothic"/>
                <a:cs typeface="Yu Gothic"/>
              </a:defRPr>
            </a:pPr>
            <a:r>
              <a:rPr sz="1200" b="0" i="0">
                <a:solidFill>
                  <a:srgbClr val="4D4942"/>
                </a:solidFill>
                <a:latin typeface="Yu Gothic"/>
                <a:ea typeface="Yu Gothic"/>
                <a:cs typeface="Yu Gothic"/>
              </a:rPr>
              <a:t>Desktop web client and Spring Boot REST API</a:t>
            </a:r>
          </a:p>
        </p:txBody>
      </p:sp>
      <p:sp>
        <p:nvSpPr>
          <p:cNvPr id="12" name="text-ot27z5x">
            <a:extLst xmlns:a="http://schemas.openxmlformats.org/drawingml/2006/main">
              <a:ext uri="{FF2B5EF4-FFF2-40B4-BE49-F238E27FC236}">
                <a16:creationId xmlns:a16="http://schemas.microsoft.com/office/drawing/2014/main" id="{A33704AE-E3BB-4193-BC6D-E393E190D950}"/>
              </a:ext>
            </a:extLst>
          </p:cNvPr>
          <p:cNvSpPr>
            <a:spLocks xmlns:a="http://schemas.openxmlformats.org/drawingml/2006/main" noGrp="1"/>
          </p:cNvSpPr>
          <p:nvPr/>
        </p:nvSpPr>
        <p:spPr>
          <a:xfrm xmlns:a="http://schemas.openxmlformats.org/drawingml/2006/main">
            <a:off x="4819650" y="1924050"/>
            <a:ext cx="400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800" b="1" i="0">
                <a:solidFill>
                  <a:srgbClr val="D84A32"/>
                </a:solidFill>
                <a:latin typeface="Yu Gothic"/>
                <a:ea typeface="Yu Gothic"/>
                <a:cs typeface="Yu Gothic"/>
              </a:defRPr>
            </a:pPr>
            <a:r>
              <a:rPr sz="1800" b="1" i="0">
                <a:solidFill>
                  <a:srgbClr val="D84A32"/>
                </a:solidFill>
                <a:latin typeface="Yu Gothic"/>
                <a:ea typeface="Yu Gothic"/>
                <a:cs typeface="Yu Gothic"/>
              </a:rPr>
              <a:t>✓</a:t>
            </a:r>
          </a:p>
        </p:txBody>
      </p:sp>
      <p:sp>
        <p:nvSpPr>
          <p:cNvPr id="13" name="text-jmyzc6i">
            <a:extLst xmlns:a="http://schemas.openxmlformats.org/drawingml/2006/main">
              <a:ext uri="{FF2B5EF4-FFF2-40B4-BE49-F238E27FC236}">
                <a16:creationId xmlns:a16="http://schemas.microsoft.com/office/drawing/2014/main" id="{02434185-8790-46F4-B703-608DC642EAD1}"/>
              </a:ext>
            </a:extLst>
          </p:cNvPr>
          <p:cNvSpPr>
            <a:spLocks xmlns:a="http://schemas.openxmlformats.org/drawingml/2006/main" noGrp="1"/>
          </p:cNvSpPr>
          <p:nvPr/>
        </p:nvSpPr>
        <p:spPr>
          <a:xfrm xmlns:a="http://schemas.openxmlformats.org/drawingml/2006/main">
            <a:off x="5334000" y="19621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171613"/>
                </a:solidFill>
                <a:latin typeface="Consolas"/>
                <a:ea typeface="Consolas"/>
                <a:cs typeface="Consolas"/>
              </a:defRPr>
            </a:pPr>
            <a:r>
              <a:rPr sz="900" b="1" i="0">
                <a:solidFill>
                  <a:srgbClr val="171613"/>
                </a:solidFill>
                <a:latin typeface="Consolas"/>
                <a:ea typeface="Consolas"/>
                <a:cs typeface="Consolas"/>
              </a:rPr>
              <a:t>TWO EXTERNAL APIS</a:t>
            </a:r>
          </a:p>
        </p:txBody>
      </p:sp>
      <p:sp>
        <p:nvSpPr>
          <p:cNvPr id="14" name="text-1qxbmg8">
            <a:extLst xmlns:a="http://schemas.openxmlformats.org/drawingml/2006/main">
              <a:ext uri="{FF2B5EF4-FFF2-40B4-BE49-F238E27FC236}">
                <a16:creationId xmlns:a16="http://schemas.microsoft.com/office/drawing/2014/main" id="{EF0017B8-F388-4F7E-917A-74570CED89BC}"/>
              </a:ext>
            </a:extLst>
          </p:cNvPr>
          <p:cNvSpPr>
            <a:spLocks xmlns:a="http://schemas.openxmlformats.org/drawingml/2006/main" noGrp="1"/>
          </p:cNvSpPr>
          <p:nvPr/>
        </p:nvSpPr>
        <p:spPr>
          <a:xfrm xmlns:a="http://schemas.openxmlformats.org/drawingml/2006/main">
            <a:off x="5334000" y="228600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00" b="0" i="0">
                <a:solidFill>
                  <a:srgbClr val="4D4942"/>
                </a:solidFill>
                <a:latin typeface="Yu Gothic"/>
                <a:ea typeface="Yu Gothic"/>
                <a:cs typeface="Yu Gothic"/>
              </a:defRPr>
            </a:pPr>
            <a:r>
              <a:rPr sz="1200" b="0" i="0">
                <a:solidFill>
                  <a:srgbClr val="4D4942"/>
                </a:solidFill>
                <a:latin typeface="Yu Gothic"/>
                <a:ea typeface="Yu Gothic"/>
                <a:cs typeface="Yu Gothic"/>
              </a:rPr>
              <a:t>Open-Meteo and REST Countries</a:t>
            </a:r>
          </a:p>
        </p:txBody>
      </p:sp>
      <p:sp>
        <p:nvSpPr>
          <p:cNvPr id="15" name="text-c1rp7tw">
            <a:extLst xmlns:a="http://schemas.openxmlformats.org/drawingml/2006/main">
              <a:ext uri="{FF2B5EF4-FFF2-40B4-BE49-F238E27FC236}">
                <a16:creationId xmlns:a16="http://schemas.microsoft.com/office/drawing/2014/main" id="{1A937133-2A21-463A-BC2A-429F858729F1}"/>
              </a:ext>
            </a:extLst>
          </p:cNvPr>
          <p:cNvSpPr>
            <a:spLocks xmlns:a="http://schemas.openxmlformats.org/drawingml/2006/main" noGrp="1"/>
          </p:cNvSpPr>
          <p:nvPr/>
        </p:nvSpPr>
        <p:spPr>
          <a:xfrm xmlns:a="http://schemas.openxmlformats.org/drawingml/2006/main">
            <a:off x="4819650" y="2819400"/>
            <a:ext cx="400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800" b="1" i="0">
                <a:solidFill>
                  <a:srgbClr val="D84A32"/>
                </a:solidFill>
                <a:latin typeface="Yu Gothic"/>
                <a:ea typeface="Yu Gothic"/>
                <a:cs typeface="Yu Gothic"/>
              </a:defRPr>
            </a:pPr>
            <a:r>
              <a:rPr sz="1800" b="1" i="0">
                <a:solidFill>
                  <a:srgbClr val="D84A32"/>
                </a:solidFill>
                <a:latin typeface="Yu Gothic"/>
                <a:ea typeface="Yu Gothic"/>
                <a:cs typeface="Yu Gothic"/>
              </a:rPr>
              <a:t>✓</a:t>
            </a:r>
          </a:p>
        </p:txBody>
      </p:sp>
      <p:sp>
        <p:nvSpPr>
          <p:cNvPr id="16" name="text-zo1x2cz">
            <a:extLst xmlns:a="http://schemas.openxmlformats.org/drawingml/2006/main">
              <a:ext uri="{FF2B5EF4-FFF2-40B4-BE49-F238E27FC236}">
                <a16:creationId xmlns:a16="http://schemas.microsoft.com/office/drawing/2014/main" id="{E32F3F5B-B86B-442F-BB3D-01E937C46C79}"/>
              </a:ext>
            </a:extLst>
          </p:cNvPr>
          <p:cNvSpPr>
            <a:spLocks xmlns:a="http://schemas.openxmlformats.org/drawingml/2006/main" noGrp="1"/>
          </p:cNvSpPr>
          <p:nvPr/>
        </p:nvSpPr>
        <p:spPr>
          <a:xfrm xmlns:a="http://schemas.openxmlformats.org/drawingml/2006/main">
            <a:off x="5334000" y="28575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171613"/>
                </a:solidFill>
                <a:latin typeface="Consolas"/>
                <a:ea typeface="Consolas"/>
                <a:cs typeface="Consolas"/>
              </a:defRPr>
            </a:pPr>
            <a:r>
              <a:rPr sz="900" b="1" i="0">
                <a:solidFill>
                  <a:srgbClr val="171613"/>
                </a:solidFill>
                <a:latin typeface="Consolas"/>
                <a:ea typeface="Consolas"/>
                <a:cs typeface="Consolas"/>
              </a:rPr>
              <a:t>ORIGINAL FEATURE</a:t>
            </a:r>
          </a:p>
        </p:txBody>
      </p:sp>
      <p:sp>
        <p:nvSpPr>
          <p:cNvPr id="17" name="text-xtn64sx">
            <a:extLst xmlns:a="http://schemas.openxmlformats.org/drawingml/2006/main">
              <a:ext uri="{FF2B5EF4-FFF2-40B4-BE49-F238E27FC236}">
                <a16:creationId xmlns:a16="http://schemas.microsoft.com/office/drawing/2014/main" id="{91810F98-8B9A-4359-98F6-310B3FD1D57C}"/>
              </a:ext>
            </a:extLst>
          </p:cNvPr>
          <p:cNvSpPr>
            <a:spLocks xmlns:a="http://schemas.openxmlformats.org/drawingml/2006/main" noGrp="1"/>
          </p:cNvSpPr>
          <p:nvPr/>
        </p:nvSpPr>
        <p:spPr>
          <a:xfrm xmlns:a="http://schemas.openxmlformats.org/drawingml/2006/main">
            <a:off x="5334000" y="31813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00" b="0" i="0">
                <a:solidFill>
                  <a:srgbClr val="4D4942"/>
                </a:solidFill>
                <a:latin typeface="Yu Gothic"/>
                <a:ea typeface="Yu Gothic"/>
                <a:cs typeface="Yu Gothic"/>
              </a:defRPr>
            </a:pPr>
            <a:r>
              <a:rPr sz="1200" b="0" i="0">
                <a:solidFill>
                  <a:srgbClr val="4D4942"/>
                </a:solidFill>
                <a:latin typeface="Yu Gothic"/>
                <a:ea typeface="Yu Gothic"/>
                <a:cs typeface="Yu Gothic"/>
              </a:rPr>
              <a:t>Context-aware daily information and advice</a:t>
            </a:r>
          </a:p>
        </p:txBody>
      </p:sp>
      <p:sp>
        <p:nvSpPr>
          <p:cNvPr id="18" name="text-m9pilg2">
            <a:extLst xmlns:a="http://schemas.openxmlformats.org/drawingml/2006/main">
              <a:ext uri="{FF2B5EF4-FFF2-40B4-BE49-F238E27FC236}">
                <a16:creationId xmlns:a16="http://schemas.microsoft.com/office/drawing/2014/main" id="{17BAFD59-A9FC-42BD-BF7A-3C58E609629B}"/>
              </a:ext>
            </a:extLst>
          </p:cNvPr>
          <p:cNvSpPr>
            <a:spLocks xmlns:a="http://schemas.openxmlformats.org/drawingml/2006/main" noGrp="1"/>
          </p:cNvSpPr>
          <p:nvPr/>
        </p:nvSpPr>
        <p:spPr>
          <a:xfrm xmlns:a="http://schemas.openxmlformats.org/drawingml/2006/main">
            <a:off x="4819650" y="3714750"/>
            <a:ext cx="400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800" b="1" i="0">
                <a:solidFill>
                  <a:srgbClr val="D84A32"/>
                </a:solidFill>
                <a:latin typeface="Yu Gothic"/>
                <a:ea typeface="Yu Gothic"/>
                <a:cs typeface="Yu Gothic"/>
              </a:defRPr>
            </a:pPr>
            <a:r>
              <a:rPr sz="1800" b="1" i="0">
                <a:solidFill>
                  <a:srgbClr val="D84A32"/>
                </a:solidFill>
                <a:latin typeface="Yu Gothic"/>
                <a:ea typeface="Yu Gothic"/>
                <a:cs typeface="Yu Gothic"/>
              </a:rPr>
              <a:t>✓</a:t>
            </a:r>
          </a:p>
        </p:txBody>
      </p:sp>
      <p:sp>
        <p:nvSpPr>
          <p:cNvPr id="19" name="text-571qo6p">
            <a:extLst xmlns:a="http://schemas.openxmlformats.org/drawingml/2006/main">
              <a:ext uri="{FF2B5EF4-FFF2-40B4-BE49-F238E27FC236}">
                <a16:creationId xmlns:a16="http://schemas.microsoft.com/office/drawing/2014/main" id="{50E64778-6EED-4783-9744-181C1FCA18D6}"/>
              </a:ext>
            </a:extLst>
          </p:cNvPr>
          <p:cNvSpPr>
            <a:spLocks xmlns:a="http://schemas.openxmlformats.org/drawingml/2006/main" noGrp="1"/>
          </p:cNvSpPr>
          <p:nvPr/>
        </p:nvSpPr>
        <p:spPr>
          <a:xfrm xmlns:a="http://schemas.openxmlformats.org/drawingml/2006/main">
            <a:off x="5334000" y="375285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171613"/>
                </a:solidFill>
                <a:latin typeface="Consolas"/>
                <a:ea typeface="Consolas"/>
                <a:cs typeface="Consolas"/>
              </a:defRPr>
            </a:pPr>
            <a:r>
              <a:rPr sz="900" b="1" i="0">
                <a:solidFill>
                  <a:srgbClr val="171613"/>
                </a:solidFill>
                <a:latin typeface="Consolas"/>
                <a:ea typeface="Consolas"/>
                <a:cs typeface="Consolas"/>
              </a:rPr>
              <a:t>SECURITY + STORAGE</a:t>
            </a:r>
          </a:p>
        </p:txBody>
      </p:sp>
      <p:sp>
        <p:nvSpPr>
          <p:cNvPr id="20" name="text-1zesivr">
            <a:extLst xmlns:a="http://schemas.openxmlformats.org/drawingml/2006/main">
              <a:ext uri="{FF2B5EF4-FFF2-40B4-BE49-F238E27FC236}">
                <a16:creationId xmlns:a16="http://schemas.microsoft.com/office/drawing/2014/main" id="{F1A7350D-AE32-41C6-BF6C-36FABA0DAD7E}"/>
              </a:ext>
            </a:extLst>
          </p:cNvPr>
          <p:cNvSpPr>
            <a:spLocks xmlns:a="http://schemas.openxmlformats.org/drawingml/2006/main" noGrp="1"/>
          </p:cNvSpPr>
          <p:nvPr/>
        </p:nvSpPr>
        <p:spPr>
          <a:xfrm xmlns:a="http://schemas.openxmlformats.org/drawingml/2006/main">
            <a:off x="5334000" y="407670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00" b="0" i="0">
                <a:solidFill>
                  <a:srgbClr val="4D4942"/>
                </a:solidFill>
                <a:latin typeface="Yu Gothic"/>
                <a:ea typeface="Yu Gothic"/>
                <a:cs typeface="Yu Gothic"/>
              </a:defRPr>
            </a:pPr>
            <a:r>
              <a:rPr sz="1200" b="0" i="0">
                <a:solidFill>
                  <a:srgbClr val="4D4942"/>
                </a:solidFill>
                <a:latin typeface="Yu Gothic"/>
                <a:ea typeface="Yu Gothic"/>
                <a:cs typeface="Yu Gothic"/>
              </a:rPr>
              <a:t>BCrypt, cookies, CSRF, roles, ownership, MySQL / H2</a:t>
            </a:r>
          </a:p>
        </p:txBody>
      </p:sp>
      <p:sp>
        <p:nvSpPr>
          <p:cNvPr id="21" name="text-bjr90nn">
            <a:extLst xmlns:a="http://schemas.openxmlformats.org/drawingml/2006/main">
              <a:ext uri="{FF2B5EF4-FFF2-40B4-BE49-F238E27FC236}">
                <a16:creationId xmlns:a16="http://schemas.microsoft.com/office/drawing/2014/main" id="{A0536CCA-065E-475A-8560-46A246AB2976}"/>
              </a:ext>
            </a:extLst>
          </p:cNvPr>
          <p:cNvSpPr>
            <a:spLocks xmlns:a="http://schemas.openxmlformats.org/drawingml/2006/main" noGrp="1"/>
          </p:cNvSpPr>
          <p:nvPr/>
        </p:nvSpPr>
        <p:spPr>
          <a:xfrm xmlns:a="http://schemas.openxmlformats.org/drawingml/2006/main">
            <a:off x="4819650" y="4610100"/>
            <a:ext cx="4000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800" b="1" i="0">
                <a:solidFill>
                  <a:srgbClr val="D84A32"/>
                </a:solidFill>
                <a:latin typeface="Yu Gothic"/>
                <a:ea typeface="Yu Gothic"/>
                <a:cs typeface="Yu Gothic"/>
              </a:defRPr>
            </a:pPr>
            <a:r>
              <a:rPr sz="1800" b="1" i="0">
                <a:solidFill>
                  <a:srgbClr val="D84A32"/>
                </a:solidFill>
                <a:latin typeface="Yu Gothic"/>
                <a:ea typeface="Yu Gothic"/>
                <a:cs typeface="Yu Gothic"/>
              </a:rPr>
              <a:t>✓</a:t>
            </a:r>
          </a:p>
        </p:txBody>
      </p:sp>
      <p:sp>
        <p:nvSpPr>
          <p:cNvPr id="22" name="text-whl5rkg">
            <a:extLst xmlns:a="http://schemas.openxmlformats.org/drawingml/2006/main">
              <a:ext uri="{FF2B5EF4-FFF2-40B4-BE49-F238E27FC236}">
                <a16:creationId xmlns:a16="http://schemas.microsoft.com/office/drawing/2014/main" id="{1A230F05-4BDB-49B3-82CB-3A6C0F153D76}"/>
              </a:ext>
            </a:extLst>
          </p:cNvPr>
          <p:cNvSpPr>
            <a:spLocks xmlns:a="http://schemas.openxmlformats.org/drawingml/2006/main" noGrp="1"/>
          </p:cNvSpPr>
          <p:nvPr/>
        </p:nvSpPr>
        <p:spPr>
          <a:xfrm xmlns:a="http://schemas.openxmlformats.org/drawingml/2006/main">
            <a:off x="5334000" y="4648200"/>
            <a:ext cx="2381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171613"/>
                </a:solidFill>
                <a:latin typeface="Consolas"/>
                <a:ea typeface="Consolas"/>
                <a:cs typeface="Consolas"/>
              </a:defRPr>
            </a:pPr>
            <a:r>
              <a:rPr sz="900" b="1" i="0">
                <a:solidFill>
                  <a:srgbClr val="171613"/>
                </a:solidFill>
                <a:latin typeface="Consolas"/>
                <a:ea typeface="Consolas"/>
                <a:cs typeface="Consolas"/>
              </a:rPr>
              <a:t>RUNNABLE DELIVERY</a:t>
            </a:r>
          </a:p>
        </p:txBody>
      </p:sp>
      <p:sp>
        <p:nvSpPr>
          <p:cNvPr id="23" name="text-qiugbzd">
            <a:extLst xmlns:a="http://schemas.openxmlformats.org/drawingml/2006/main">
              <a:ext uri="{FF2B5EF4-FFF2-40B4-BE49-F238E27FC236}">
                <a16:creationId xmlns:a16="http://schemas.microsoft.com/office/drawing/2014/main" id="{C742C4EC-54B0-429D-9554-F80931876AA5}"/>
              </a:ext>
            </a:extLst>
          </p:cNvPr>
          <p:cNvSpPr>
            <a:spLocks xmlns:a="http://schemas.openxmlformats.org/drawingml/2006/main" noGrp="1"/>
          </p:cNvSpPr>
          <p:nvPr/>
        </p:nvSpPr>
        <p:spPr>
          <a:xfrm xmlns:a="http://schemas.openxmlformats.org/drawingml/2006/main">
            <a:off x="5334000" y="4972050"/>
            <a:ext cx="5810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200" b="0" i="0">
                <a:solidFill>
                  <a:srgbClr val="4D4942"/>
                </a:solidFill>
                <a:latin typeface="Yu Gothic"/>
                <a:ea typeface="Yu Gothic"/>
                <a:cs typeface="Yu Gothic"/>
              </a:defRPr>
            </a:pPr>
            <a:r>
              <a:rPr sz="1200" b="0" i="0">
                <a:solidFill>
                  <a:srgbClr val="4D4942"/>
                </a:solidFill>
                <a:latin typeface="Yu Gothic"/>
                <a:ea typeface="Yu Gothic"/>
                <a:cs typeface="Yu Gothic"/>
              </a:rPr>
              <a:t>JAR, Docker image, Azure service, and presentation</a:t>
            </a:r>
          </a:p>
        </p:txBody>
      </p:sp>
      <p:sp>
        <p:nvSpPr>
          <p:cNvPr id="24" name="tests-stamp">
            <a:extLst xmlns:a="http://schemas.openxmlformats.org/drawingml/2006/main">
              <a:ext uri="{FF2B5EF4-FFF2-40B4-BE49-F238E27FC236}">
                <a16:creationId xmlns:a16="http://schemas.microsoft.com/office/drawing/2014/main" id="{C6C6FDD8-4C59-44A4-8F8E-374450D7695F}"/>
              </a:ext>
            </a:extLst>
          </p:cNvPr>
          <p:cNvSpPr>
            <a:spLocks xmlns:a="http://schemas.openxmlformats.org/drawingml/2006/main" noGrp="1"/>
          </p:cNvSpPr>
          <p:nvPr/>
        </p:nvSpPr>
        <p:spPr>
          <a:xfrm xmlns:a="http://schemas.openxmlformats.org/drawingml/2006/main" rot="-90000">
            <a:off x="8667750" y="5619750"/>
            <a:ext cx="2571750" cy="723900"/>
          </a:xfrm>
          <a:prstGeom xmlns:a="http://schemas.openxmlformats.org/drawingml/2006/main" prst="rect">
            <a:avLst/>
          </a:prstGeom>
          <a:solidFill xmlns:a="http://schemas.openxmlformats.org/drawingml/2006/main">
            <a:srgbClr val="171613"/>
          </a:solidFill>
          <a:ln xmlns:a="http://schemas.openxmlformats.org/drawingml/2006/main" w="0">
            <a:noFill/>
            <a:prstDash val="solid"/>
          </a:ln>
        </p:spPr>
      </p:sp>
      <p:sp>
        <p:nvSpPr>
          <p:cNvPr id="25" name="text-vzai7xp">
            <a:extLst xmlns:a="http://schemas.openxmlformats.org/drawingml/2006/main">
              <a:ext uri="{FF2B5EF4-FFF2-40B4-BE49-F238E27FC236}">
                <a16:creationId xmlns:a16="http://schemas.microsoft.com/office/drawing/2014/main" id="{261F1A72-64AE-4468-8B08-BE750FF220AA}"/>
              </a:ext>
            </a:extLst>
          </p:cNvPr>
          <p:cNvSpPr>
            <a:spLocks xmlns:a="http://schemas.openxmlformats.org/drawingml/2006/main" noGrp="1"/>
          </p:cNvSpPr>
          <p:nvPr/>
        </p:nvSpPr>
        <p:spPr>
          <a:xfrm xmlns:a="http://schemas.openxmlformats.org/drawingml/2006/main">
            <a:off x="8820150" y="5848350"/>
            <a:ext cx="228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1125" b="1" i="0">
                <a:solidFill>
                  <a:srgbClr val="FBF8F1"/>
                </a:solidFill>
                <a:latin typeface="Consolas"/>
                <a:ea typeface="Consolas"/>
                <a:cs typeface="Consolas"/>
              </a:defRPr>
            </a:pPr>
            <a:r>
              <a:rPr sz="1125" b="1" i="0">
                <a:solidFill>
                  <a:srgbClr val="FBF8F1"/>
                </a:solidFill>
                <a:latin typeface="Consolas"/>
                <a:ea typeface="Consolas"/>
                <a:cs typeface="Consolas"/>
              </a:rPr>
              <a:t>9 TESTS  /  0 FAILURES</a:t>
            </a:r>
          </a:p>
        </p:txBody>
      </p:sp>
    </p:spTree>
    <p:extLst>
      <p:ext uri="{BB962C8B-B14F-4D97-AF65-F5344CB8AC3E}">
        <p14:creationId xmlns:p14="http://schemas.microsoft.com/office/powerpoint/2010/main" val="1468032899"/>
      </p:ext>
    </p:extLst>
  </p:cSld>
</p:sld>
</file>

<file path=ppt/slides/slide14.xml><?xml version="1.0" encoding="utf-8"?>
<p:sld xmlns:p="http://schemas.openxmlformats.org/presentationml/2006/main">
  <p:cSld>
    <p:bg>
      <p:bgPr>
        <a:solidFill xmlns:a="http://schemas.openxmlformats.org/drawingml/2006/main">
          <a:srgbClr val="F2EEE6"/>
        </a:solidFill>
      </p:bgPr>
    </p:bg>
    <p:spTree>
      <p:nvGrpSpPr>
        <p:cNvPr id="1" name=""/>
        <p:cNvGrpSpPr/>
        <p:nvPr/>
      </p:nvGrpSpPr>
      <p:grpSpPr>
        <a:xfrm xmlns:a="http://schemas.openxmlformats.org/drawingml/2006/main"/>
      </p:grpSpPr>
      <p:sp>
        <p:nvSpPr>
          <p:cNvPr id="19" name="line-48-38-28">
            <a:extLst xmlns:a="http://schemas.openxmlformats.org/drawingml/2006/main">
              <a:ext uri="{FF2B5EF4-FFF2-40B4-BE49-F238E27FC236}">
                <a16:creationId xmlns:a16="http://schemas.microsoft.com/office/drawing/2014/main" id="{4FC8B5EC-E7FC-4568-8427-39976BC08E54}"/>
              </a:ext>
            </a:extLst>
          </p:cNvPr>
          <p:cNvSpPr>
            <a:spLocks xmlns:a="http://schemas.openxmlformats.org/drawingml/2006/main" noGrp="1"/>
          </p:cNvSpPr>
          <p:nvPr/>
        </p:nvSpPr>
        <p:spPr>
          <a:xfrm xmlns:a="http://schemas.openxmlformats.org/drawingml/2006/main">
            <a:off x="457200" y="361950"/>
            <a:ext cx="2667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2" name="text-cz6wscz">
            <a:extLst xmlns:a="http://schemas.openxmlformats.org/drawingml/2006/main">
              <a:ext uri="{FF2B5EF4-FFF2-40B4-BE49-F238E27FC236}">
                <a16:creationId xmlns:a16="http://schemas.microsoft.com/office/drawing/2014/main" id="{F9BAC54F-2D69-458D-866F-3E70BCCD0BBA}"/>
              </a:ext>
            </a:extLst>
          </p:cNvPr>
          <p:cNvSpPr>
            <a:spLocks xmlns:a="http://schemas.openxmlformats.org/drawingml/2006/main" noGrp="1"/>
          </p:cNvSpPr>
          <p:nvPr/>
        </p:nvSpPr>
        <p:spPr>
          <a:xfrm xmlns:a="http://schemas.openxmlformats.org/drawingml/2006/main">
            <a:off x="838200" y="276225"/>
            <a:ext cx="4572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171613"/>
                </a:solidFill>
                <a:latin typeface="Consolas"/>
                <a:ea typeface="Consolas"/>
                <a:cs typeface="Consolas"/>
              </a:defRPr>
            </a:pPr>
            <a:r>
              <a:rPr sz="825" b="1" i="0">
                <a:solidFill>
                  <a:srgbClr val="171613"/>
                </a:solidFill>
                <a:latin typeface="Consolas"/>
                <a:ea typeface="Consolas"/>
                <a:cs typeface="Consolas"/>
              </a:rPr>
              <a:t>NEXT</a:t>
            </a:r>
          </a:p>
        </p:txBody>
      </p:sp>
      <p:sp>
        <p:nvSpPr>
          <p:cNvPr id="3" name="text-nzn7g8i">
            <a:extLst xmlns:a="http://schemas.openxmlformats.org/drawingml/2006/main">
              <a:ext uri="{FF2B5EF4-FFF2-40B4-BE49-F238E27FC236}">
                <a16:creationId xmlns:a16="http://schemas.microsoft.com/office/drawing/2014/main" id="{DB624F5D-DE4B-4E40-9BF1-51EA80C98F91}"/>
              </a:ext>
            </a:extLst>
          </p:cNvPr>
          <p:cNvSpPr>
            <a:spLocks xmlns:a="http://schemas.openxmlformats.org/drawingml/2006/main" noGrp="1"/>
          </p:cNvSpPr>
          <p:nvPr/>
        </p:nvSpPr>
        <p:spPr>
          <a:xfrm xmlns:a="http://schemas.openxmlformats.org/drawingml/2006/main">
            <a:off x="11239500" y="6438900"/>
            <a:ext cx="4572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lnSpc>
                <a:spcPct val="104000"/>
              </a:lnSpc>
              <a:buNone/>
              <a:defRPr sz="750" b="0" i="0">
                <a:solidFill>
                  <a:srgbClr val="7D776D"/>
                </a:solidFill>
                <a:latin typeface="Consolas"/>
                <a:ea typeface="Consolas"/>
                <a:cs typeface="Consolas"/>
              </a:defRPr>
            </a:pPr>
            <a:r>
              <a:rPr sz="750" b="0" i="0">
                <a:solidFill>
                  <a:srgbClr val="7D776D"/>
                </a:solidFill>
                <a:latin typeface="Consolas"/>
                <a:ea typeface="Consolas"/>
                <a:cs typeface="Consolas"/>
              </a:rPr>
              <a:t>14</a:t>
            </a:r>
          </a:p>
        </p:txBody>
      </p:sp>
      <p:sp>
        <p:nvSpPr>
          <p:cNvPr id="4" name="frame-Kyoto river and blossoms">
            <a:extLst xmlns:a="http://schemas.openxmlformats.org/drawingml/2006/main">
              <a:ext uri="{FF2B5EF4-FFF2-40B4-BE49-F238E27FC236}">
                <a16:creationId xmlns:a16="http://schemas.microsoft.com/office/drawing/2014/main" id="{292458CC-6613-441B-A961-BD07FECC2BFF}"/>
              </a:ext>
            </a:extLst>
          </p:cNvPr>
          <p:cNvSpPr>
            <a:spLocks xmlns:a="http://schemas.openxmlformats.org/drawingml/2006/main" noGrp="1"/>
          </p:cNvSpPr>
          <p:nvPr/>
        </p:nvSpPr>
        <p:spPr>
          <a:xfrm xmlns:a="http://schemas.openxmlformats.org/drawingml/2006/main" rot="-78000">
            <a:off x="323850" y="762000"/>
            <a:ext cx="5105400" cy="5286375"/>
          </a:xfrm>
          <a:prstGeom xmlns:a="http://schemas.openxmlformats.org/drawingml/2006/main" prst="rect">
            <a:avLst/>
          </a:prstGeom>
          <a:solidFill xmlns:a="http://schemas.openxmlformats.org/drawingml/2006/main">
            <a:srgbClr val="FBF8F1"/>
          </a:solidFill>
          <a:ln xmlns:a="http://schemas.openxmlformats.org/drawingml/2006/main" w="9525">
            <a:solidFill>
              <a:srgbClr val="171613"/>
            </a:solidFill>
            <a:prstDash val="solid"/>
          </a:ln>
        </p:spPr>
        <p:style>
          <a:lnRef xmlns:a="http://schemas.openxmlformats.org/drawingml/2006/main" idx="0"/>
          <a:fillRef xmlns:a="http://schemas.openxmlformats.org/drawingml/2006/main" idx="0"/>
          <a:effectRef xmlns:a="http://schemas.openxmlformats.org/drawingml/2006/main" idx="10"/>
          <a:fontRef xmlns:a="http://schemas.openxmlformats.org/drawingml/2006/main" idx="major"/>
        </p:style>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05f09c9dae0c49f2"/>
          <a:srcRect xmlns:a="http://schemas.openxmlformats.org/drawingml/2006/main" l="0" t="12197" r="0" b="12197"/>
          <a:stretch xmlns:a="http://schemas.openxmlformats.org/drawingml/2006/main">
            <a:fillRect l="0" t="0" r="0" b="0"/>
          </a:stretch>
        </p:blipFill>
        <p:spPr>
          <a:xfrm xmlns:a="http://schemas.openxmlformats.org/drawingml/2006/main" rot="-78000">
            <a:off x="400050" y="838200"/>
            <a:ext cx="4953000" cy="4991100"/>
          </a:xfrm>
          <a:prstGeom xmlns:a="http://schemas.openxmlformats.org/drawingml/2006/main" prst="rect">
            <a:avLst/>
          </a:prstGeom>
        </p:spPr>
      </p:pic>
      <p:sp>
        <p:nvSpPr>
          <p:cNvPr id="6" name="future-stamp">
            <a:extLst xmlns:a="http://schemas.openxmlformats.org/drawingml/2006/main">
              <a:ext uri="{FF2B5EF4-FFF2-40B4-BE49-F238E27FC236}">
                <a16:creationId xmlns:a16="http://schemas.microsoft.com/office/drawing/2014/main" id="{6EE9819C-80EA-4C3C-9B50-22DFD32FDC6E}"/>
              </a:ext>
            </a:extLst>
          </p:cNvPr>
          <p:cNvSpPr>
            <a:spLocks xmlns:a="http://schemas.openxmlformats.org/drawingml/2006/main" noGrp="1"/>
          </p:cNvSpPr>
          <p:nvPr/>
        </p:nvSpPr>
        <p:spPr>
          <a:xfrm xmlns:a="http://schemas.openxmlformats.org/drawingml/2006/main" rot="180000">
            <a:off x="4191000" y="666750"/>
            <a:ext cx="1600200" cy="34290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7" name="text-dbey3tu">
            <a:extLst xmlns:a="http://schemas.openxmlformats.org/drawingml/2006/main">
              <a:ext uri="{FF2B5EF4-FFF2-40B4-BE49-F238E27FC236}">
                <a16:creationId xmlns:a16="http://schemas.microsoft.com/office/drawing/2014/main" id="{2FB8D0EF-A353-455A-B2AD-63663EF03D7C}"/>
              </a:ext>
            </a:extLst>
          </p:cNvPr>
          <p:cNvSpPr>
            <a:spLocks xmlns:a="http://schemas.openxmlformats.org/drawingml/2006/main" noGrp="1"/>
          </p:cNvSpPr>
          <p:nvPr/>
        </p:nvSpPr>
        <p:spPr>
          <a:xfrm xmlns:a="http://schemas.openxmlformats.org/drawingml/2006/main">
            <a:off x="4267200" y="762000"/>
            <a:ext cx="1447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104000"/>
              </a:lnSpc>
              <a:buNone/>
              <a:defRPr sz="750" b="1" i="0">
                <a:solidFill>
                  <a:srgbClr val="FBF8F1"/>
                </a:solidFill>
                <a:latin typeface="Consolas"/>
                <a:ea typeface="Consolas"/>
                <a:cs typeface="Consolas"/>
              </a:defRPr>
            </a:pPr>
            <a:r>
              <a:rPr sz="750" b="1" i="0">
                <a:solidFill>
                  <a:srgbClr val="FBF8F1"/>
                </a:solidFill>
                <a:latin typeface="Consolas"/>
                <a:ea typeface="Consolas"/>
                <a:cs typeface="Consolas"/>
              </a:rPr>
              <a:t>NEXT, NOT NOW</a:t>
            </a:r>
          </a:p>
        </p:txBody>
      </p:sp>
      <p:sp>
        <p:nvSpPr>
          <p:cNvPr id="8" name="text-bv20rk0">
            <a:extLst xmlns:a="http://schemas.openxmlformats.org/drawingml/2006/main">
              <a:ext uri="{FF2B5EF4-FFF2-40B4-BE49-F238E27FC236}">
                <a16:creationId xmlns:a16="http://schemas.microsoft.com/office/drawing/2014/main" id="{ED0D495D-8EDD-48B6-AAE3-C048C6F85517}"/>
              </a:ext>
            </a:extLst>
          </p:cNvPr>
          <p:cNvSpPr>
            <a:spLocks xmlns:a="http://schemas.openxmlformats.org/drawingml/2006/main" noGrp="1"/>
          </p:cNvSpPr>
          <p:nvPr/>
        </p:nvSpPr>
        <p:spPr>
          <a:xfrm xmlns:a="http://schemas.openxmlformats.org/drawingml/2006/main">
            <a:off x="6191250" y="933450"/>
            <a:ext cx="5238750"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3225" b="0" i="0">
                <a:solidFill>
                  <a:srgbClr val="171613"/>
                </a:solidFill>
                <a:latin typeface="Yu Mincho"/>
                <a:ea typeface="Yu Mincho"/>
                <a:cs typeface="Yu Mincho"/>
              </a:defRPr>
            </a:pPr>
            <a:r>
              <a:rPr sz="3225" b="0" i="0">
                <a:solidFill>
                  <a:srgbClr val="171613"/>
                </a:solidFill>
                <a:latin typeface="Yu Mincho"/>
                <a:ea typeface="Yu Mincho"/>
                <a:cs typeface="Yu Mincho"/>
              </a:rPr>
              <a:t>The next step is discovery</a:t>
            </a:r>
          </a:p>
          <a:p xmlns:a="http://schemas.openxmlformats.org/drawingml/2006/main">
            <a:pPr algn="l">
              <a:lnSpc>
                <a:spcPct val="96000"/>
              </a:lnSpc>
              <a:buNone/>
              <a:defRPr sz="3225" b="0" i="0">
                <a:solidFill>
                  <a:srgbClr val="171613"/>
                </a:solidFill>
                <a:latin typeface="Yu Mincho"/>
                <a:ea typeface="Yu Mincho"/>
                <a:cs typeface="Yu Mincho"/>
              </a:defRPr>
            </a:pPr>
            <a:r>
              <a:rPr sz="3225" b="0" i="0">
                <a:solidFill>
                  <a:srgbClr val="171613"/>
                </a:solidFill>
                <a:latin typeface="Yu Mincho"/>
                <a:ea typeface="Yu Mincho"/>
                <a:cs typeface="Yu Mincho"/>
              </a:rPr>
              <a:t>around the work.</a:t>
            </a:r>
          </a:p>
        </p:txBody>
      </p:sp>
      <p:sp>
        <p:nvSpPr>
          <p:cNvPr id="9" name="text-mzh22oj">
            <a:extLst xmlns:a="http://schemas.openxmlformats.org/drawingml/2006/main">
              <a:ext uri="{FF2B5EF4-FFF2-40B4-BE49-F238E27FC236}">
                <a16:creationId xmlns:a16="http://schemas.microsoft.com/office/drawing/2014/main" id="{D5A76EE4-2D1E-4A40-B9BB-F6E4B9B0635D}"/>
              </a:ext>
            </a:extLst>
          </p:cNvPr>
          <p:cNvSpPr>
            <a:spLocks xmlns:a="http://schemas.openxmlformats.org/drawingml/2006/main" noGrp="1"/>
          </p:cNvSpPr>
          <p:nvPr/>
        </p:nvSpPr>
        <p:spPr>
          <a:xfrm xmlns:a="http://schemas.openxmlformats.org/drawingml/2006/main">
            <a:off x="6229350" y="2781300"/>
            <a:ext cx="36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01</a:t>
            </a:r>
          </a:p>
        </p:txBody>
      </p:sp>
      <p:sp>
        <p:nvSpPr>
          <p:cNvPr id="10" name="text-5oiyjbs">
            <a:extLst xmlns:a="http://schemas.openxmlformats.org/drawingml/2006/main">
              <a:ext uri="{FF2B5EF4-FFF2-40B4-BE49-F238E27FC236}">
                <a16:creationId xmlns:a16="http://schemas.microsoft.com/office/drawing/2014/main" id="{325A9B17-20FC-4B23-A716-8D0830711586}"/>
              </a:ext>
            </a:extLst>
          </p:cNvPr>
          <p:cNvSpPr>
            <a:spLocks xmlns:a="http://schemas.openxmlformats.org/drawingml/2006/main" noGrp="1"/>
          </p:cNvSpPr>
          <p:nvPr/>
        </p:nvSpPr>
        <p:spPr>
          <a:xfrm xmlns:a="http://schemas.openxmlformats.org/drawingml/2006/main">
            <a:off x="6781800" y="27622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1" i="0">
                <a:solidFill>
                  <a:srgbClr val="171613"/>
                </a:solidFill>
                <a:latin typeface="Yu Gothic"/>
                <a:ea typeface="Yu Gothic"/>
                <a:cs typeface="Yu Gothic"/>
              </a:defRPr>
            </a:pPr>
            <a:r>
              <a:rPr sz="1575" b="1" i="0">
                <a:solidFill>
                  <a:srgbClr val="171613"/>
                </a:solidFill>
                <a:latin typeface="Yu Gothic"/>
                <a:ea typeface="Yu Gothic"/>
                <a:cs typeface="Yu Gothic"/>
              </a:rPr>
              <a:t>Shareable creator pages</a:t>
            </a:r>
          </a:p>
        </p:txBody>
      </p:sp>
      <p:sp>
        <p:nvSpPr>
          <p:cNvPr id="11" name="text-7b465cb">
            <a:extLst xmlns:a="http://schemas.openxmlformats.org/drawingml/2006/main">
              <a:ext uri="{FF2B5EF4-FFF2-40B4-BE49-F238E27FC236}">
                <a16:creationId xmlns:a16="http://schemas.microsoft.com/office/drawing/2014/main" id="{9A46A9B4-A271-4C2B-907F-16F06C277FFC}"/>
              </a:ext>
            </a:extLst>
          </p:cNvPr>
          <p:cNvSpPr>
            <a:spLocks xmlns:a="http://schemas.openxmlformats.org/drawingml/2006/main" noGrp="1"/>
          </p:cNvSpPr>
          <p:nvPr/>
        </p:nvSpPr>
        <p:spPr>
          <a:xfrm xmlns:a="http://schemas.openxmlformats.org/drawingml/2006/main">
            <a:off x="6781800" y="3162300"/>
            <a:ext cx="4286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4D4942"/>
                </a:solidFill>
                <a:latin typeface="Yu Gothic"/>
                <a:ea typeface="Yu Gothic"/>
                <a:cs typeface="Yu Gothic"/>
              </a:defRPr>
            </a:pPr>
            <a:r>
              <a:rPr sz="1125" b="0" i="0">
                <a:solidFill>
                  <a:srgbClr val="4D4942"/>
                </a:solidFill>
                <a:latin typeface="Yu Gothic"/>
                <a:ea typeface="Yu Gothic"/>
                <a:cs typeface="Yu Gothic"/>
              </a:rPr>
              <a:t>Stable public links for individual exhibitions.</a:t>
            </a:r>
          </a:p>
        </p:txBody>
      </p:sp>
      <p:sp>
        <p:nvSpPr>
          <p:cNvPr id="12" name="text-fodh1wy">
            <a:extLst xmlns:a="http://schemas.openxmlformats.org/drawingml/2006/main">
              <a:ext uri="{FF2B5EF4-FFF2-40B4-BE49-F238E27FC236}">
                <a16:creationId xmlns:a16="http://schemas.microsoft.com/office/drawing/2014/main" id="{3C8C0DEB-B6F1-45E6-8017-D425D94DB57A}"/>
              </a:ext>
            </a:extLst>
          </p:cNvPr>
          <p:cNvSpPr>
            <a:spLocks xmlns:a="http://schemas.openxmlformats.org/drawingml/2006/main" noGrp="1"/>
          </p:cNvSpPr>
          <p:nvPr/>
        </p:nvSpPr>
        <p:spPr>
          <a:xfrm xmlns:a="http://schemas.openxmlformats.org/drawingml/2006/main">
            <a:off x="6229350" y="3848100"/>
            <a:ext cx="36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02</a:t>
            </a:r>
          </a:p>
        </p:txBody>
      </p:sp>
      <p:sp>
        <p:nvSpPr>
          <p:cNvPr id="13" name="text-kuf2v5j">
            <a:extLst xmlns:a="http://schemas.openxmlformats.org/drawingml/2006/main">
              <a:ext uri="{FF2B5EF4-FFF2-40B4-BE49-F238E27FC236}">
                <a16:creationId xmlns:a16="http://schemas.microsoft.com/office/drawing/2014/main" id="{41877494-56FB-41E8-841F-780E3E0CA568}"/>
              </a:ext>
            </a:extLst>
          </p:cNvPr>
          <p:cNvSpPr>
            <a:spLocks xmlns:a="http://schemas.openxmlformats.org/drawingml/2006/main" noGrp="1"/>
          </p:cNvSpPr>
          <p:nvPr/>
        </p:nvSpPr>
        <p:spPr>
          <a:xfrm xmlns:a="http://schemas.openxmlformats.org/drawingml/2006/main">
            <a:off x="6781800" y="38290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1" i="0">
                <a:solidFill>
                  <a:srgbClr val="171613"/>
                </a:solidFill>
                <a:latin typeface="Yu Gothic"/>
                <a:ea typeface="Yu Gothic"/>
                <a:cs typeface="Yu Gothic"/>
              </a:defRPr>
            </a:pPr>
            <a:r>
              <a:rPr sz="1575" b="1" i="0">
                <a:solidFill>
                  <a:srgbClr val="171613"/>
                </a:solidFill>
                <a:latin typeface="Yu Gothic"/>
                <a:ea typeface="Yu Gothic"/>
                <a:cs typeface="Yu Gothic"/>
              </a:rPr>
              <a:t>Tags and discovery</a:t>
            </a:r>
          </a:p>
        </p:txBody>
      </p:sp>
      <p:sp>
        <p:nvSpPr>
          <p:cNvPr id="14" name="text-bx3gyjk">
            <a:extLst xmlns:a="http://schemas.openxmlformats.org/drawingml/2006/main">
              <a:ext uri="{FF2B5EF4-FFF2-40B4-BE49-F238E27FC236}">
                <a16:creationId xmlns:a16="http://schemas.microsoft.com/office/drawing/2014/main" id="{F6AE7119-F1D6-470C-83DE-BBB8D68063C4}"/>
              </a:ext>
            </a:extLst>
          </p:cNvPr>
          <p:cNvSpPr>
            <a:spLocks xmlns:a="http://schemas.openxmlformats.org/drawingml/2006/main" noGrp="1"/>
          </p:cNvSpPr>
          <p:nvPr/>
        </p:nvSpPr>
        <p:spPr>
          <a:xfrm xmlns:a="http://schemas.openxmlformats.org/drawingml/2006/main">
            <a:off x="6781800" y="4229100"/>
            <a:ext cx="4286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4D4942"/>
                </a:solidFill>
                <a:latin typeface="Yu Gothic"/>
                <a:ea typeface="Yu Gothic"/>
                <a:cs typeface="Yu Gothic"/>
              </a:defRPr>
            </a:pPr>
            <a:r>
              <a:rPr sz="1125" b="0" i="0">
                <a:solidFill>
                  <a:srgbClr val="4D4942"/>
                </a:solidFill>
                <a:latin typeface="Yu Gothic"/>
                <a:ea typeface="Yu Gothic"/>
                <a:cs typeface="Yu Gothic"/>
              </a:rPr>
              <a:t>Browse by medium, location, season, or topic.</a:t>
            </a:r>
          </a:p>
        </p:txBody>
      </p:sp>
      <p:sp>
        <p:nvSpPr>
          <p:cNvPr id="15" name="text-j9rh5fy">
            <a:extLst xmlns:a="http://schemas.openxmlformats.org/drawingml/2006/main">
              <a:ext uri="{FF2B5EF4-FFF2-40B4-BE49-F238E27FC236}">
                <a16:creationId xmlns:a16="http://schemas.microsoft.com/office/drawing/2014/main" id="{90C6E831-E387-4E2C-83E5-D18D1C66790F}"/>
              </a:ext>
            </a:extLst>
          </p:cNvPr>
          <p:cNvSpPr>
            <a:spLocks xmlns:a="http://schemas.openxmlformats.org/drawingml/2006/main" noGrp="1"/>
          </p:cNvSpPr>
          <p:nvPr/>
        </p:nvSpPr>
        <p:spPr>
          <a:xfrm xmlns:a="http://schemas.openxmlformats.org/drawingml/2006/main">
            <a:off x="6229350" y="4914900"/>
            <a:ext cx="36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1" i="0">
                <a:solidFill>
                  <a:srgbClr val="D84A32"/>
                </a:solidFill>
                <a:latin typeface="Consolas"/>
                <a:ea typeface="Consolas"/>
                <a:cs typeface="Consolas"/>
              </a:defRPr>
            </a:pPr>
            <a:r>
              <a:rPr sz="825" b="1" i="0">
                <a:solidFill>
                  <a:srgbClr val="D84A32"/>
                </a:solidFill>
                <a:latin typeface="Consolas"/>
                <a:ea typeface="Consolas"/>
                <a:cs typeface="Consolas"/>
              </a:rPr>
              <a:t>03</a:t>
            </a:r>
          </a:p>
        </p:txBody>
      </p:sp>
      <p:sp>
        <p:nvSpPr>
          <p:cNvPr id="16" name="text-mufantg">
            <a:extLst xmlns:a="http://schemas.openxmlformats.org/drawingml/2006/main">
              <a:ext uri="{FF2B5EF4-FFF2-40B4-BE49-F238E27FC236}">
                <a16:creationId xmlns:a16="http://schemas.microsoft.com/office/drawing/2014/main" id="{6965B9F7-26AD-4BB3-8498-98CD9E36336A}"/>
              </a:ext>
            </a:extLst>
          </p:cNvPr>
          <p:cNvSpPr>
            <a:spLocks xmlns:a="http://schemas.openxmlformats.org/drawingml/2006/main" noGrp="1"/>
          </p:cNvSpPr>
          <p:nvPr/>
        </p:nvSpPr>
        <p:spPr>
          <a:xfrm xmlns:a="http://schemas.openxmlformats.org/drawingml/2006/main">
            <a:off x="6781800" y="4895850"/>
            <a:ext cx="4191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575" b="1" i="0">
                <a:solidFill>
                  <a:srgbClr val="171613"/>
                </a:solidFill>
                <a:latin typeface="Yu Gothic"/>
                <a:ea typeface="Yu Gothic"/>
                <a:cs typeface="Yu Gothic"/>
              </a:defRPr>
            </a:pPr>
            <a:r>
              <a:rPr sz="1575" b="1" i="0">
                <a:solidFill>
                  <a:srgbClr val="171613"/>
                </a:solidFill>
                <a:latin typeface="Yu Gothic"/>
                <a:ea typeface="Yu Gothic"/>
                <a:cs typeface="Yu Gothic"/>
              </a:rPr>
              <a:t>Conversation</a:t>
            </a:r>
          </a:p>
        </p:txBody>
      </p:sp>
      <p:sp>
        <p:nvSpPr>
          <p:cNvPr id="17" name="text-ma0fny8">
            <a:extLst xmlns:a="http://schemas.openxmlformats.org/drawingml/2006/main">
              <a:ext uri="{FF2B5EF4-FFF2-40B4-BE49-F238E27FC236}">
                <a16:creationId xmlns:a16="http://schemas.microsoft.com/office/drawing/2014/main" id="{C550A2F5-E893-4DCF-99EB-E4B079052ADA}"/>
              </a:ext>
            </a:extLst>
          </p:cNvPr>
          <p:cNvSpPr>
            <a:spLocks xmlns:a="http://schemas.openxmlformats.org/drawingml/2006/main" noGrp="1"/>
          </p:cNvSpPr>
          <p:nvPr/>
        </p:nvSpPr>
        <p:spPr>
          <a:xfrm xmlns:a="http://schemas.openxmlformats.org/drawingml/2006/main">
            <a:off x="6781800" y="5295900"/>
            <a:ext cx="4286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125" b="0" i="0">
                <a:solidFill>
                  <a:srgbClr val="4D4942"/>
                </a:solidFill>
                <a:latin typeface="Yu Gothic"/>
                <a:ea typeface="Yu Gothic"/>
                <a:cs typeface="Yu Gothic"/>
              </a:defRPr>
            </a:pPr>
            <a:r>
              <a:rPr sz="1125" b="0" i="0">
                <a:solidFill>
                  <a:srgbClr val="4D4942"/>
                </a:solidFill>
                <a:latin typeface="Yu Gothic"/>
                <a:ea typeface="Yu Gothic"/>
                <a:cs typeface="Yu Gothic"/>
              </a:rPr>
              <a:t>Collections, comments, and an optional forum layer.</a:t>
            </a:r>
          </a:p>
        </p:txBody>
      </p:sp>
      <p:sp>
        <p:nvSpPr>
          <p:cNvPr id="18" name="text-lv45h9k">
            <a:extLst xmlns:a="http://schemas.openxmlformats.org/drawingml/2006/main">
              <a:ext uri="{FF2B5EF4-FFF2-40B4-BE49-F238E27FC236}">
                <a16:creationId xmlns:a16="http://schemas.microsoft.com/office/drawing/2014/main" id="{72855C39-44A2-4216-9D12-DC63A5174F45}"/>
              </a:ext>
            </a:extLst>
          </p:cNvPr>
          <p:cNvSpPr>
            <a:spLocks xmlns:a="http://schemas.openxmlformats.org/drawingml/2006/main" noGrp="1"/>
          </p:cNvSpPr>
          <p:nvPr/>
        </p:nvSpPr>
        <p:spPr>
          <a:xfrm xmlns:a="http://schemas.openxmlformats.org/drawingml/2006/main">
            <a:off x="6210300" y="6172200"/>
            <a:ext cx="4953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750" b="0" i="0">
                <a:solidFill>
                  <a:srgbClr val="D84A32"/>
                </a:solidFill>
                <a:latin typeface="Consolas"/>
                <a:ea typeface="Consolas"/>
                <a:cs typeface="Consolas"/>
              </a:defRPr>
            </a:pPr>
            <a:r>
              <a:rPr sz="750" b="0" i="0">
                <a:solidFill>
                  <a:srgbClr val="D84A32"/>
                </a:solidFill>
                <a:latin typeface="Consolas"/>
                <a:ea typeface="Consolas"/>
                <a:cs typeface="Consolas"/>
              </a:rPr>
              <a:t>ROADMAP / NOT INCLUDED IN THE CURRENT RELEASE</a:t>
            </a:r>
          </a:p>
        </p:txBody>
      </p:sp>
    </p:spTree>
    <p:extLst>
      <p:ext uri="{BB962C8B-B14F-4D97-AF65-F5344CB8AC3E}">
        <p14:creationId xmlns:p14="http://schemas.microsoft.com/office/powerpoint/2010/main" val="1823163269"/>
      </p:ext>
    </p:extLst>
  </p:cSld>
</p:sld>
</file>

<file path=ppt/slides/slide15.xml><?xml version="1.0" encoding="utf-8"?>
<p:sld xmlns:p="http://schemas.openxmlformats.org/presentationml/2006/main">
  <p:cSld>
    <p:bg>
      <p:bgPr>
        <a:solidFill xmlns:a="http://schemas.openxmlformats.org/drawingml/2006/main">
          <a:srgbClr val="F2EEE6"/>
        </a:solidFill>
      </p:bgPr>
    </p:bg>
    <p:spTree>
      <p:nvGrpSpPr>
        <p:cNvPr id="1" name=""/>
        <p:cNvGrpSpPr/>
        <p:nvPr/>
      </p:nvGrpSpPr>
      <p:grpSpPr>
        <a:xfrm xmlns:a="http://schemas.openxmlformats.org/drawingml/2006/main"/>
      </p:grpSpPr>
      <p:pic>
        <p:nvPicPr>
          <p:cNvPr id="10" name=""/>
          <p:cNvPicPr>
            <a:picLocks xmlns:a="http://schemas.openxmlformats.org/drawingml/2006/main" noChangeAspect="1"/>
          </p:cNvPicPr>
          <p:nvPr/>
        </p:nvPicPr>
        <p:blipFill>
          <a:blip xmlns:r="http://schemas.openxmlformats.org/officeDocument/2006/relationships" xmlns:a="http://schemas.openxmlformats.org/drawingml/2006/main" r:embed="Rf93d3d8535df45de"/>
          <a:srcRect xmlns:a="http://schemas.openxmlformats.org/drawingml/2006/main" l="4390" t="0" r="4390" b="0"/>
          <a:stretch xmlns:a="http://schemas.openxmlformats.org/drawingml/2006/main">
            <a:fillRect l="0" t="0" r="0" b="0"/>
          </a:stretch>
        </p:blipFill>
        <p:spPr>
          <a:xfrm xmlns:a="http://schemas.openxmlformats.org/drawingml/2006/main">
            <a:off x="0" y="0"/>
            <a:ext cx="4953000" cy="6858000"/>
          </a:xfrm>
          <a:prstGeom xmlns:a="http://schemas.openxmlformats.org/drawingml/2006/main" prst="rect">
            <a:avLst/>
          </a:prstGeom>
        </p:spPr>
      </p:pic>
      <p:sp>
        <p:nvSpPr>
          <p:cNvPr id="2" name="closing-red-spine">
            <a:extLst xmlns:a="http://schemas.openxmlformats.org/drawingml/2006/main">
              <a:ext uri="{FF2B5EF4-FFF2-40B4-BE49-F238E27FC236}">
                <a16:creationId xmlns:a16="http://schemas.microsoft.com/office/drawing/2014/main" id="{20455025-9A31-4755-ACE9-FC014041DE45}"/>
              </a:ext>
            </a:extLst>
          </p:cNvPr>
          <p:cNvSpPr>
            <a:spLocks xmlns:a="http://schemas.openxmlformats.org/drawingml/2006/main" noGrp="1"/>
          </p:cNvSpPr>
          <p:nvPr/>
        </p:nvSpPr>
        <p:spPr>
          <a:xfrm xmlns:a="http://schemas.openxmlformats.org/drawingml/2006/main">
            <a:off x="4953000" y="0"/>
            <a:ext cx="171450" cy="6858000"/>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3" name="line-612-86-32">
            <a:extLst xmlns:a="http://schemas.openxmlformats.org/drawingml/2006/main">
              <a:ext uri="{FF2B5EF4-FFF2-40B4-BE49-F238E27FC236}">
                <a16:creationId xmlns:a16="http://schemas.microsoft.com/office/drawing/2014/main" id="{CBDD9AB1-1F4E-4E37-AA5E-19BD3DA0C384}"/>
              </a:ext>
            </a:extLst>
          </p:cNvPr>
          <p:cNvSpPr>
            <a:spLocks xmlns:a="http://schemas.openxmlformats.org/drawingml/2006/main" noGrp="1"/>
          </p:cNvSpPr>
          <p:nvPr/>
        </p:nvSpPr>
        <p:spPr>
          <a:xfrm xmlns:a="http://schemas.openxmlformats.org/drawingml/2006/main">
            <a:off x="5829300" y="819150"/>
            <a:ext cx="304800" cy="28575"/>
          </a:xfrm>
          <a:prstGeom xmlns:a="http://schemas.openxmlformats.org/drawingml/2006/main" prst="rect">
            <a:avLst/>
          </a:prstGeom>
          <a:solidFill xmlns:a="http://schemas.openxmlformats.org/drawingml/2006/main">
            <a:srgbClr val="D84A32"/>
          </a:solidFill>
          <a:ln xmlns:a="http://schemas.openxmlformats.org/drawingml/2006/main" w="0">
            <a:noFill/>
            <a:prstDash val="solid"/>
          </a:ln>
        </p:spPr>
      </p:sp>
      <p:sp>
        <p:nvSpPr>
          <p:cNvPr id="4" name="text-aeni0if">
            <a:extLst xmlns:a="http://schemas.openxmlformats.org/drawingml/2006/main">
              <a:ext uri="{FF2B5EF4-FFF2-40B4-BE49-F238E27FC236}">
                <a16:creationId xmlns:a16="http://schemas.microsoft.com/office/drawing/2014/main" id="{72556C2B-6949-48CD-A5C0-7E906F4B9992}"/>
              </a:ext>
            </a:extLst>
          </p:cNvPr>
          <p:cNvSpPr>
            <a:spLocks xmlns:a="http://schemas.openxmlformats.org/drawingml/2006/main" noGrp="1"/>
          </p:cNvSpPr>
          <p:nvPr/>
        </p:nvSpPr>
        <p:spPr>
          <a:xfrm xmlns:a="http://schemas.openxmlformats.org/drawingml/2006/main">
            <a:off x="6324600" y="72390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1" i="0">
                <a:solidFill>
                  <a:srgbClr val="4D4942"/>
                </a:solidFill>
                <a:latin typeface="Consolas"/>
                <a:ea typeface="Consolas"/>
                <a:cs typeface="Consolas"/>
              </a:defRPr>
            </a:pPr>
            <a:r>
              <a:rPr sz="900" b="1" i="0">
                <a:solidFill>
                  <a:srgbClr val="4D4942"/>
                </a:solidFill>
                <a:latin typeface="Consolas"/>
                <a:ea typeface="Consolas"/>
                <a:cs typeface="Consolas"/>
              </a:rPr>
              <a:t>CAMPUSFLOW / FINAL</a:t>
            </a:r>
          </a:p>
        </p:txBody>
      </p:sp>
      <p:sp>
        <p:nvSpPr>
          <p:cNvPr id="5" name="text-af3aakh">
            <a:extLst xmlns:a="http://schemas.openxmlformats.org/drawingml/2006/main">
              <a:ext uri="{FF2B5EF4-FFF2-40B4-BE49-F238E27FC236}">
                <a16:creationId xmlns:a16="http://schemas.microsoft.com/office/drawing/2014/main" id="{30B97ECD-FCA7-49C0-907C-EB1493FADF7B}"/>
              </a:ext>
            </a:extLst>
          </p:cNvPr>
          <p:cNvSpPr>
            <a:spLocks xmlns:a="http://schemas.openxmlformats.org/drawingml/2006/main" noGrp="1"/>
          </p:cNvSpPr>
          <p:nvPr/>
        </p:nvSpPr>
        <p:spPr>
          <a:xfrm xmlns:a="http://schemas.openxmlformats.org/drawingml/2006/main">
            <a:off x="5810250" y="2209800"/>
            <a:ext cx="533400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5250" b="0" i="0">
                <a:solidFill>
                  <a:srgbClr val="171613"/>
                </a:solidFill>
                <a:latin typeface="Yu Mincho"/>
                <a:ea typeface="Yu Mincho"/>
                <a:cs typeface="Yu Mincho"/>
              </a:defRPr>
            </a:pPr>
            <a:r>
              <a:rPr sz="5250" b="0" i="0">
                <a:solidFill>
                  <a:srgbClr val="171613"/>
                </a:solidFill>
                <a:latin typeface="Yu Mincho"/>
                <a:ea typeface="Yu Mincho"/>
                <a:cs typeface="Yu Mincho"/>
              </a:rPr>
              <a:t>Thank you.</a:t>
            </a:r>
          </a:p>
        </p:txBody>
      </p:sp>
      <p:sp>
        <p:nvSpPr>
          <p:cNvPr id="6" name="text-0y7ht3p">
            <a:extLst xmlns:a="http://schemas.openxmlformats.org/drawingml/2006/main">
              <a:ext uri="{FF2B5EF4-FFF2-40B4-BE49-F238E27FC236}">
                <a16:creationId xmlns:a16="http://schemas.microsoft.com/office/drawing/2014/main" id="{1EDC2FA4-207F-432E-81E3-FFAD28379A7E}"/>
              </a:ext>
            </a:extLst>
          </p:cNvPr>
          <p:cNvSpPr>
            <a:spLocks xmlns:a="http://schemas.openxmlformats.org/drawingml/2006/main" noGrp="1"/>
          </p:cNvSpPr>
          <p:nvPr/>
        </p:nvSpPr>
        <p:spPr>
          <a:xfrm xmlns:a="http://schemas.openxmlformats.org/drawingml/2006/main">
            <a:off x="5867400" y="3638550"/>
            <a:ext cx="52959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1800" b="0" i="1">
                <a:solidFill>
                  <a:srgbClr val="4D4942"/>
                </a:solidFill>
                <a:latin typeface="Yu Mincho"/>
                <a:ea typeface="Yu Mincho"/>
                <a:cs typeface="Yu Mincho"/>
              </a:defRPr>
            </a:pPr>
            <a:r>
              <a:rPr sz="1800" b="0" i="1">
                <a:solidFill>
                  <a:srgbClr val="4D4942"/>
                </a:solidFill>
                <a:latin typeface="Yu Mincho"/>
                <a:ea typeface="Yu Mincho"/>
                <a:cs typeface="Yu Mincho"/>
              </a:rPr>
              <a:t>I hope you enjoyed this short visit to CampusFlow.</a:t>
            </a:r>
          </a:p>
        </p:txBody>
      </p:sp>
      <p:sp>
        <p:nvSpPr>
          <p:cNvPr id="7" name="line-616-510-540">
            <a:extLst xmlns:a="http://schemas.openxmlformats.org/drawingml/2006/main">
              <a:ext uri="{FF2B5EF4-FFF2-40B4-BE49-F238E27FC236}">
                <a16:creationId xmlns:a16="http://schemas.microsoft.com/office/drawing/2014/main" id="{810CB4DC-8093-474D-A59E-7737A6FBFE0E}"/>
              </a:ext>
            </a:extLst>
          </p:cNvPr>
          <p:cNvSpPr>
            <a:spLocks xmlns:a="http://schemas.openxmlformats.org/drawingml/2006/main" noGrp="1"/>
          </p:cNvSpPr>
          <p:nvPr/>
        </p:nvSpPr>
        <p:spPr>
          <a:xfrm xmlns:a="http://schemas.openxmlformats.org/drawingml/2006/main">
            <a:off x="5867400" y="4857750"/>
            <a:ext cx="5143500" cy="9525"/>
          </a:xfrm>
          <a:prstGeom xmlns:a="http://schemas.openxmlformats.org/drawingml/2006/main" prst="rect">
            <a:avLst/>
          </a:prstGeom>
          <a:solidFill xmlns:a="http://schemas.openxmlformats.org/drawingml/2006/main">
            <a:srgbClr val="4D4942"/>
          </a:solidFill>
          <a:ln xmlns:a="http://schemas.openxmlformats.org/drawingml/2006/main" w="0">
            <a:noFill/>
            <a:prstDash val="solid"/>
          </a:ln>
        </p:spPr>
      </p:sp>
      <p:sp>
        <p:nvSpPr>
          <p:cNvPr id="8" name="text-h3jpekh">
            <a:extLst xmlns:a="http://schemas.openxmlformats.org/drawingml/2006/main">
              <a:ext uri="{FF2B5EF4-FFF2-40B4-BE49-F238E27FC236}">
                <a16:creationId xmlns:a16="http://schemas.microsoft.com/office/drawing/2014/main" id="{27F403A4-4F0E-4DFF-8473-8E69F58DD52C}"/>
              </a:ext>
            </a:extLst>
          </p:cNvPr>
          <p:cNvSpPr>
            <a:spLocks xmlns:a="http://schemas.openxmlformats.org/drawingml/2006/main" noGrp="1"/>
          </p:cNvSpPr>
          <p:nvPr/>
        </p:nvSpPr>
        <p:spPr>
          <a:xfrm xmlns:a="http://schemas.openxmlformats.org/drawingml/2006/main">
            <a:off x="5867400" y="5105400"/>
            <a:ext cx="514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825" b="0" i="0">
                <a:solidFill>
                  <a:srgbClr val="D84A32"/>
                </a:solidFill>
                <a:latin typeface="Consolas"/>
                <a:ea typeface="Consolas"/>
                <a:cs typeface="Consolas"/>
              </a:defRPr>
            </a:pPr>
            <a:r>
              <a:rPr sz="825" b="0" i="0">
                <a:solidFill>
                  <a:srgbClr val="D84A32"/>
                </a:solidFill>
                <a:latin typeface="Consolas"/>
                <a:ea typeface="Consolas"/>
                <a:cs typeface="Consolas"/>
              </a:rPr>
              <a:t>campusflow-final-0724-grbzdrczdqdyhyea.japanwest-01.azurewebsites.net</a:t>
            </a:r>
          </a:p>
        </p:txBody>
      </p:sp>
      <p:sp>
        <p:nvSpPr>
          <p:cNvPr id="9" name="text-3qmjgsd">
            <a:extLst xmlns:a="http://schemas.openxmlformats.org/drawingml/2006/main">
              <a:ext uri="{FF2B5EF4-FFF2-40B4-BE49-F238E27FC236}">
                <a16:creationId xmlns:a16="http://schemas.microsoft.com/office/drawing/2014/main" id="{3E7A578F-1559-4F6B-9518-5465D68B1DB4}"/>
              </a:ext>
            </a:extLst>
          </p:cNvPr>
          <p:cNvSpPr>
            <a:spLocks xmlns:a="http://schemas.openxmlformats.org/drawingml/2006/main" noGrp="1"/>
          </p:cNvSpPr>
          <p:nvPr/>
        </p:nvSpPr>
        <p:spPr>
          <a:xfrm xmlns:a="http://schemas.openxmlformats.org/drawingml/2006/main">
            <a:off x="5867400" y="5962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4000"/>
              </a:lnSpc>
              <a:buNone/>
              <a:defRPr sz="900" b="0" i="0">
                <a:solidFill>
                  <a:srgbClr val="7D776D"/>
                </a:solidFill>
                <a:latin typeface="Consolas"/>
                <a:ea typeface="Consolas"/>
                <a:cs typeface="Consolas"/>
              </a:defRPr>
            </a:pPr>
            <a:r>
              <a:rPr sz="900" b="0" i="0">
                <a:solidFill>
                  <a:srgbClr val="7D776D"/>
                </a:solidFill>
                <a:latin typeface="Consolas"/>
                <a:ea typeface="Consolas"/>
                <a:cs typeface="Consolas"/>
              </a:rPr>
              <a:t>ZHU FUXIN  ·  M25W7195</a:t>
            </a:r>
          </a:p>
        </p:txBody>
      </p:sp>
    </p:spTree>
    <p:extLst>
      <p:ext uri="{BB962C8B-B14F-4D97-AF65-F5344CB8AC3E}">
        <p14:creationId xmlns:p14="http://schemas.microsoft.com/office/powerpoint/2010/main" val="12822989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209550" dist="93810" dir="3962251">
              <a:srgbClr val="000000">
                <a:alpha val="1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2026-07-24T09:47:55.9610000Z</dcterms:created>
  <dcterms:modified xsi:type="dcterms:W3CDTF">2026-07-24T09:47:55.9610000Z</dcterms:modified>
</coreProperties>
</file>